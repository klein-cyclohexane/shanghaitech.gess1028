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71" r:id="rId2"/>
  </p:sldMasterIdLst>
  <p:notesMasterIdLst>
    <p:notesMasterId r:id="rId18"/>
  </p:notesMasterIdLst>
  <p:handoutMasterIdLst>
    <p:handoutMasterId r:id="rId19"/>
  </p:handoutMasterIdLst>
  <p:sldIdLst>
    <p:sldId id="1164" r:id="rId3"/>
    <p:sldId id="934" r:id="rId4"/>
    <p:sldId id="257" r:id="rId5"/>
    <p:sldId id="938" r:id="rId6"/>
    <p:sldId id="282" r:id="rId7"/>
    <p:sldId id="302" r:id="rId8"/>
    <p:sldId id="258" r:id="rId9"/>
    <p:sldId id="928" r:id="rId10"/>
    <p:sldId id="1154" r:id="rId11"/>
    <p:sldId id="1077" r:id="rId12"/>
    <p:sldId id="405" r:id="rId13"/>
    <p:sldId id="710" r:id="rId14"/>
    <p:sldId id="364" r:id="rId15"/>
    <p:sldId id="366" r:id="rId16"/>
    <p:sldId id="391" r:id="rId17"/>
  </p:sldIdLst>
  <p:sldSz cx="9144000" cy="6858000" type="screen4x3"/>
  <p:notesSz cx="10234613" cy="7102475"/>
  <p:custDataLst>
    <p:tags r:id="rId20"/>
  </p:custDataLst>
  <p:defaultTextStyle>
    <a:lvl1pPr marL="0" algn="l" rtl="0" latinLnBrk="0">
      <a:defRPr sz="1800" kern="1200">
        <a:solidFill>
          <a:schemeClr val="tx1"/>
        </a:solidFill>
        <a:latin typeface="+mn-lt"/>
        <a:ea typeface="+mn-ea"/>
        <a:cs typeface="+mn-cs"/>
      </a:defRPr>
    </a:lvl1pPr>
    <a:lvl2pPr marL="457200" algn="l" rtl="0" latinLnBrk="0">
      <a:defRPr sz="1800" kern="1200">
        <a:solidFill>
          <a:schemeClr val="tx1"/>
        </a:solidFill>
        <a:latin typeface="+mn-lt"/>
        <a:ea typeface="+mn-ea"/>
        <a:cs typeface="+mn-cs"/>
      </a:defRPr>
    </a:lvl2pPr>
    <a:lvl3pPr marL="914400" algn="l" rtl="0" latinLnBrk="0">
      <a:defRPr sz="1800" kern="1200">
        <a:solidFill>
          <a:schemeClr val="tx1"/>
        </a:solidFill>
        <a:latin typeface="+mn-lt"/>
        <a:ea typeface="+mn-ea"/>
        <a:cs typeface="+mn-cs"/>
      </a:defRPr>
    </a:lvl3pPr>
    <a:lvl4pPr marL="1371600" algn="l" rtl="0" latinLnBrk="0">
      <a:defRPr sz="1800" kern="1200">
        <a:solidFill>
          <a:schemeClr val="tx1"/>
        </a:solidFill>
        <a:latin typeface="+mn-lt"/>
        <a:ea typeface="+mn-ea"/>
        <a:cs typeface="+mn-cs"/>
      </a:defRPr>
    </a:lvl4pPr>
    <a:lvl5pPr marL="1828800" algn="l" rtl="0" latinLnBrk="0">
      <a:defRPr sz="1800" kern="1200">
        <a:solidFill>
          <a:schemeClr val="tx1"/>
        </a:solidFill>
        <a:latin typeface="+mn-lt"/>
        <a:ea typeface="+mn-ea"/>
        <a:cs typeface="+mn-cs"/>
      </a:defRPr>
    </a:lvl5pPr>
    <a:lvl6pPr marL="2286000" algn="l" rtl="0" latinLnBrk="0">
      <a:defRPr sz="1800" kern="1200">
        <a:solidFill>
          <a:schemeClr val="tx1"/>
        </a:solidFill>
        <a:latin typeface="+mn-lt"/>
        <a:ea typeface="+mn-ea"/>
        <a:cs typeface="+mn-cs"/>
      </a:defRPr>
    </a:lvl6pPr>
    <a:lvl7pPr marL="2743200" algn="l" rtl="0" latinLnBrk="0">
      <a:defRPr sz="1800" kern="1200">
        <a:solidFill>
          <a:schemeClr val="tx1"/>
        </a:solidFill>
        <a:latin typeface="+mn-lt"/>
        <a:ea typeface="+mn-ea"/>
        <a:cs typeface="+mn-cs"/>
      </a:defRPr>
    </a:lvl7pPr>
    <a:lvl8pPr marL="3200400" algn="l" rtl="0" latinLnBrk="0">
      <a:defRPr sz="1800" kern="1200">
        <a:solidFill>
          <a:schemeClr val="tx1"/>
        </a:solidFill>
        <a:latin typeface="+mn-lt"/>
        <a:ea typeface="+mn-ea"/>
        <a:cs typeface="+mn-cs"/>
      </a:defRPr>
    </a:lvl8pPr>
    <a:lvl9pPr marL="3657600" algn="l" rtl="0" latinLnBrk="0">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5" userDrawn="1">
          <p15:clr>
            <a:srgbClr val="A4A3A4"/>
          </p15:clr>
        </p15:guide>
        <p15:guide id="2" pos="288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3300"/>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349" autoAdjust="0"/>
  </p:normalViewPr>
  <p:slideViewPr>
    <p:cSldViewPr showGuides="1">
      <p:cViewPr varScale="1">
        <p:scale>
          <a:sx n="90" d="100"/>
          <a:sy n="90" d="100"/>
        </p:scale>
        <p:origin x="447" y="57"/>
      </p:cViewPr>
      <p:guideLst>
        <p:guide orient="horz" pos="2135"/>
        <p:guide pos="2883"/>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2"/>
          <p:cNvSpPr>
            <a:spLocks noGrp="1"/>
          </p:cNvSpPr>
          <p:nvPr>
            <p:ph type="hdr" sz="quarter"/>
          </p:nvPr>
        </p:nvSpPr>
        <p:spPr>
          <a:xfrm>
            <a:off x="0" y="0"/>
            <a:ext cx="4434999" cy="355124"/>
          </a:xfrm>
          <a:prstGeom prst="rect">
            <a:avLst/>
          </a:prstGeom>
        </p:spPr>
        <p:txBody>
          <a:bodyPr vert="horz" lIns="99066" tIns="49533" rIns="99066" bIns="49533" rtlCol="0"/>
          <a:lstStyle>
            <a:lvl1pPr algn="l">
              <a:defRPr sz="1300"/>
            </a:lvl1pPr>
          </a:lstStyle>
          <a:p>
            <a:endParaRPr lang="en-US" dirty="0"/>
          </a:p>
        </p:txBody>
      </p:sp>
      <p:sp>
        <p:nvSpPr>
          <p:cNvPr id="3" name="Rectangle 3"/>
          <p:cNvSpPr>
            <a:spLocks noGrp="1"/>
          </p:cNvSpPr>
          <p:nvPr>
            <p:ph type="dt" sz="quarter" idx="1"/>
          </p:nvPr>
        </p:nvSpPr>
        <p:spPr>
          <a:xfrm>
            <a:off x="5797246" y="0"/>
            <a:ext cx="4434999" cy="355124"/>
          </a:xfrm>
          <a:prstGeom prst="rect">
            <a:avLst/>
          </a:prstGeom>
        </p:spPr>
        <p:txBody>
          <a:bodyPr vert="horz" lIns="99066" tIns="49533" rIns="99066" bIns="49533" rtlCol="0"/>
          <a:lstStyle>
            <a:lvl1pPr algn="r">
              <a:defRPr sz="1300"/>
            </a:lvl1pPr>
          </a:lstStyle>
          <a:p>
            <a:fld id="{68F88C59-319B-4332-9A1D-2A62CFCB00D8}" type="datetimeFigureOut">
              <a:rPr lang="en-US" smtClean="0"/>
              <a:t>6/14/2026</a:t>
            </a:fld>
            <a:endParaRPr lang="en-US" dirty="0"/>
          </a:p>
        </p:txBody>
      </p:sp>
      <p:sp>
        <p:nvSpPr>
          <p:cNvPr id="4" name="Rectangle 4"/>
          <p:cNvSpPr>
            <a:spLocks noGrp="1"/>
          </p:cNvSpPr>
          <p:nvPr>
            <p:ph type="ftr" sz="quarter" idx="2"/>
          </p:nvPr>
        </p:nvSpPr>
        <p:spPr>
          <a:xfrm>
            <a:off x="0" y="6746119"/>
            <a:ext cx="4434999" cy="355124"/>
          </a:xfrm>
          <a:prstGeom prst="rect">
            <a:avLst/>
          </a:prstGeom>
        </p:spPr>
        <p:txBody>
          <a:bodyPr vert="horz" lIns="99066" tIns="49533" rIns="99066" bIns="49533" rtlCol="0" anchor="b"/>
          <a:lstStyle>
            <a:lvl1pPr algn="l">
              <a:defRPr sz="1300"/>
            </a:lvl1pPr>
          </a:lstStyle>
          <a:p>
            <a:endParaRPr lang="en-US" dirty="0"/>
          </a:p>
        </p:txBody>
      </p:sp>
      <p:sp>
        <p:nvSpPr>
          <p:cNvPr id="5" name="Rectangle 5"/>
          <p:cNvSpPr>
            <a:spLocks noGrp="1"/>
          </p:cNvSpPr>
          <p:nvPr>
            <p:ph type="sldNum" sz="quarter" idx="3"/>
          </p:nvPr>
        </p:nvSpPr>
        <p:spPr>
          <a:xfrm>
            <a:off x="5797246" y="6746119"/>
            <a:ext cx="4434999" cy="355124"/>
          </a:xfrm>
          <a:prstGeom prst="rect">
            <a:avLst/>
          </a:prstGeom>
        </p:spPr>
        <p:txBody>
          <a:bodyPr vert="horz" lIns="99066" tIns="49533" rIns="99066" bIns="49533" rtlCol="0" anchor="b"/>
          <a:lstStyle>
            <a:lvl1pPr algn="r">
              <a:defRPr sz="1300"/>
            </a:lvl1pPr>
          </a:lstStyle>
          <a:p>
            <a:fld id="{B16A41B8-7DC3-4DB6-84E4-E105629EAA36}"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2"/>
          <p:cNvSpPr>
            <a:spLocks noGrp="1"/>
          </p:cNvSpPr>
          <p:nvPr>
            <p:ph type="hdr" sz="quarter"/>
          </p:nvPr>
        </p:nvSpPr>
        <p:spPr>
          <a:xfrm>
            <a:off x="0" y="0"/>
            <a:ext cx="4434999" cy="355124"/>
          </a:xfrm>
          <a:prstGeom prst="rect">
            <a:avLst/>
          </a:prstGeom>
        </p:spPr>
        <p:txBody>
          <a:bodyPr vert="horz" lIns="99066" tIns="49533" rIns="99066" bIns="49533" rtlCol="0"/>
          <a:lstStyle>
            <a:lvl1pPr algn="l">
              <a:defRPr sz="1300"/>
            </a:lvl1pPr>
          </a:lstStyle>
          <a:p>
            <a:endParaRPr lang="en-US" dirty="0"/>
          </a:p>
        </p:txBody>
      </p:sp>
      <p:sp>
        <p:nvSpPr>
          <p:cNvPr id="3" name="Rectangle 3"/>
          <p:cNvSpPr>
            <a:spLocks noGrp="1"/>
          </p:cNvSpPr>
          <p:nvPr>
            <p:ph type="dt" idx="1"/>
          </p:nvPr>
        </p:nvSpPr>
        <p:spPr>
          <a:xfrm>
            <a:off x="5797246" y="0"/>
            <a:ext cx="4434999" cy="355124"/>
          </a:xfrm>
          <a:prstGeom prst="rect">
            <a:avLst/>
          </a:prstGeom>
        </p:spPr>
        <p:txBody>
          <a:bodyPr vert="horz" lIns="99066" tIns="49533" rIns="99066" bIns="49533" rtlCol="0"/>
          <a:lstStyle>
            <a:lvl1pPr algn="r">
              <a:defRPr sz="1300"/>
            </a:lvl1pPr>
          </a:lstStyle>
          <a:p>
            <a:fld id="{968B300D-05F0-4B43-940D-46DED5A791AD}" type="datetimeFigureOut">
              <a:rPr lang="en-US" smtClean="0"/>
              <a:t>6/14/2026</a:t>
            </a:fld>
            <a:endParaRPr lang="en-US" dirty="0"/>
          </a:p>
        </p:txBody>
      </p:sp>
      <p:sp>
        <p:nvSpPr>
          <p:cNvPr id="4" name="Rectangle 4"/>
          <p:cNvSpPr>
            <a:spLocks noGrp="1" noRot="1" noChangeAspect="1"/>
          </p:cNvSpPr>
          <p:nvPr>
            <p:ph type="sldImg" idx="2"/>
          </p:nvPr>
        </p:nvSpPr>
        <p:spPr>
          <a:xfrm>
            <a:off x="3341688" y="533400"/>
            <a:ext cx="3551237" cy="2662238"/>
          </a:xfrm>
          <a:prstGeom prst="rect">
            <a:avLst/>
          </a:prstGeom>
          <a:noFill/>
          <a:ln w="12700">
            <a:solidFill>
              <a:prstClr val="black"/>
            </a:solidFill>
          </a:ln>
        </p:spPr>
        <p:txBody>
          <a:bodyPr vert="horz" lIns="99066" tIns="49533" rIns="99066" bIns="49533" rtlCol="0" anchor="ctr"/>
          <a:lstStyle/>
          <a:p>
            <a:endParaRPr lang="en-US" dirty="0"/>
          </a:p>
        </p:txBody>
      </p:sp>
      <p:sp>
        <p:nvSpPr>
          <p:cNvPr id="5" name="Rectangle 5"/>
          <p:cNvSpPr>
            <a:spLocks noGrp="1"/>
          </p:cNvSpPr>
          <p:nvPr>
            <p:ph type="body" sz="quarter" idx="3"/>
          </p:nvPr>
        </p:nvSpPr>
        <p:spPr>
          <a:xfrm>
            <a:off x="1023462" y="3373676"/>
            <a:ext cx="8187690" cy="3196114"/>
          </a:xfrm>
          <a:prstGeom prst="rect">
            <a:avLst/>
          </a:prstGeom>
        </p:spPr>
        <p:txBody>
          <a:bodyPr vert="horz" lIns="99066" tIns="49533" rIns="99066" bIns="4953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
          <p:cNvSpPr>
            <a:spLocks noGrp="1"/>
          </p:cNvSpPr>
          <p:nvPr>
            <p:ph type="ftr" sz="quarter" idx="4"/>
          </p:nvPr>
        </p:nvSpPr>
        <p:spPr>
          <a:xfrm>
            <a:off x="0" y="6746119"/>
            <a:ext cx="4434999" cy="355124"/>
          </a:xfrm>
          <a:prstGeom prst="rect">
            <a:avLst/>
          </a:prstGeom>
        </p:spPr>
        <p:txBody>
          <a:bodyPr vert="horz" lIns="99066" tIns="49533" rIns="99066" bIns="49533" rtlCol="0" anchor="b"/>
          <a:lstStyle>
            <a:lvl1pPr algn="l">
              <a:defRPr sz="1300"/>
            </a:lvl1pPr>
          </a:lstStyle>
          <a:p>
            <a:endParaRPr lang="en-US" dirty="0"/>
          </a:p>
        </p:txBody>
      </p:sp>
      <p:sp>
        <p:nvSpPr>
          <p:cNvPr id="7" name="Rectangle 7"/>
          <p:cNvSpPr>
            <a:spLocks noGrp="1"/>
          </p:cNvSpPr>
          <p:nvPr>
            <p:ph type="sldNum" sz="quarter" idx="5"/>
          </p:nvPr>
        </p:nvSpPr>
        <p:spPr>
          <a:xfrm>
            <a:off x="5797246" y="6746119"/>
            <a:ext cx="4434999" cy="355124"/>
          </a:xfrm>
          <a:prstGeom prst="rect">
            <a:avLst/>
          </a:prstGeom>
        </p:spPr>
        <p:txBody>
          <a:bodyPr vert="horz" lIns="99066" tIns="49533" rIns="99066" bIns="49533" rtlCol="0" anchor="b"/>
          <a:lstStyle>
            <a:lvl1pPr algn="r">
              <a:defRPr sz="1300"/>
            </a:lvl1pPr>
          </a:lstStyle>
          <a:p>
            <a:fld id="{9B26CD33-4337-4529-948A-94F6960B2374}"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B26CD33-4337-4529-948A-94F6960B2374}" type="slidenum">
              <a:rPr lang="en-US" smtClean="0"/>
              <a:t>5</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B26CD33-4337-4529-948A-94F6960B2374}" type="slidenum">
              <a:rPr lang="en-US" smtClean="0"/>
              <a:t>12</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Album Cover">
    <p:spTree>
      <p:nvGrpSpPr>
        <p:cNvPr id="1" name=""/>
        <p:cNvGrpSpPr/>
        <p:nvPr/>
      </p:nvGrpSpPr>
      <p:grpSpPr>
        <a:xfrm>
          <a:off x="0" y="0"/>
          <a:ext cx="0" cy="0"/>
          <a:chOff x="0" y="0"/>
          <a:chExt cx="0" cy="0"/>
        </a:xfrm>
      </p:grpSpPr>
      <p:sp>
        <p:nvSpPr>
          <p:cNvPr id="24" name="Rectangle 7"/>
          <p:cNvSpPr>
            <a:spLocks noGrp="1"/>
          </p:cNvSpPr>
          <p:nvPr>
            <p:ph type="title" hasCustomPrompt="1"/>
          </p:nvPr>
        </p:nvSpPr>
        <p:spPr>
          <a:xfrm>
            <a:off x="228601" y="3962400"/>
            <a:ext cx="8298485" cy="1066800"/>
          </a:xfrm>
        </p:spPr>
        <p:txBody>
          <a:bodyPr bIns="0"/>
          <a:lstStyle>
            <a:lvl1pPr algn="r">
              <a:defRPr lang="en-US" dirty="0"/>
            </a:lvl1pPr>
          </a:lstStyle>
          <a:p>
            <a:r>
              <a:rPr lang="en-US" dirty="0"/>
              <a:t>Click to add photo album title</a:t>
            </a:r>
          </a:p>
        </p:txBody>
      </p:sp>
      <p:sp>
        <p:nvSpPr>
          <p:cNvPr id="30" name="Rectangle 7"/>
          <p:cNvSpPr/>
          <p:nvPr/>
        </p:nvSpPr>
        <p:spPr>
          <a:xfrm>
            <a:off x="453736" y="5181600"/>
            <a:ext cx="8229600" cy="1143000"/>
          </a:xfrm>
          <a:prstGeom prst="rect">
            <a:avLst/>
          </a:prstGeom>
        </p:spPr>
        <p:txBody>
          <a:bodyPr vert="horz" anchor="ctr">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en-US" sz="3200" b="0" i="1" u="none" strike="noStrike" kern="0" cap="none" spc="0" normalizeH="0" baseline="0" noProof="0" dirty="0">
              <a:ln>
                <a:noFill/>
              </a:ln>
              <a:solidFill>
                <a:schemeClr val="tx1"/>
              </a:solidFill>
              <a:effectLst/>
              <a:uLnTx/>
              <a:uFillTx/>
              <a:latin typeface="+mj-lt"/>
              <a:ea typeface="+mj-ea"/>
              <a:cs typeface="+mj-cs"/>
            </a:endParaRPr>
          </a:p>
        </p:txBody>
      </p:sp>
      <p:sp>
        <p:nvSpPr>
          <p:cNvPr id="9" name="Rectangle 7"/>
          <p:cNvSpPr>
            <a:spLocks noGrp="1"/>
          </p:cNvSpPr>
          <p:nvPr>
            <p:ph type="body" sz="quarter" idx="10" hasCustomPrompt="1"/>
          </p:nvPr>
        </p:nvSpPr>
        <p:spPr>
          <a:xfrm>
            <a:off x="2133600" y="5133975"/>
            <a:ext cx="6386946" cy="1219200"/>
          </a:xfrm>
        </p:spPr>
        <p:txBody>
          <a:bodyPr vert="horz" tIns="0" anchor="t" anchorCtr="0">
            <a:noAutofit/>
          </a:bodyPr>
          <a:lstStyle>
            <a:lvl1pPr marL="0" marR="0" indent="0" algn="r" rtl="0" latinLnBrk="0">
              <a:spcBef>
                <a:spcPct val="20000"/>
              </a:spcBef>
              <a:buFontTx/>
              <a:buNone/>
              <a:defRPr sz="1800" i="0" baseline="0">
                <a:solidFill>
                  <a:schemeClr val="tx1"/>
                </a:solidFill>
                <a:latin typeface="+mn-lt"/>
                <a:ea typeface="+mn-ea"/>
                <a:cs typeface="+mn-cs"/>
              </a:defRPr>
            </a:lvl1pPr>
          </a:lstStyle>
          <a:p>
            <a:pPr lvl="0"/>
            <a:r>
              <a:rPr lang="en-US" dirty="0"/>
              <a:t>Click to add date and other details</a:t>
            </a:r>
          </a:p>
        </p:txBody>
      </p:sp>
      <p:sp>
        <p:nvSpPr>
          <p:cNvPr id="27" name="Rectangle 6"/>
          <p:cNvSpPr>
            <a:spLocks noGrp="1"/>
          </p:cNvSpPr>
          <p:nvPr>
            <p:ph type="pic" sz="quarter" idx="11" hasCustomPrompt="1"/>
          </p:nvPr>
        </p:nvSpPr>
        <p:spPr>
          <a:xfrm>
            <a:off x="6096000" y="1600200"/>
            <a:ext cx="2286000" cy="22860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vert="horz"/>
          <a:lstStyle/>
          <a:p>
            <a:pPr algn="ctr">
              <a:buFontTx/>
              <a:buNone/>
            </a:pPr>
            <a:r>
              <a:rPr lang="en-US" altLang="zh-CN" sz="2000"/>
              <a:t>Drag picture to placeholder or click icon to add</a:t>
            </a:r>
            <a:endParaRPr lang="en-US" sz="2000" dirty="0"/>
          </a:p>
        </p:txBody>
      </p:sp>
      <p:sp>
        <p:nvSpPr>
          <p:cNvPr id="6" name="Rectangle 5"/>
          <p:cNvSpPr/>
          <p:nvPr userDrawn="1"/>
        </p:nvSpPr>
        <p:spPr>
          <a:xfrm>
            <a:off x="176844" y="186904"/>
            <a:ext cx="8763000" cy="6213896"/>
          </a:xfrm>
          <a:prstGeom prst="rect">
            <a:avLst/>
          </a:prstGeom>
          <a:noFill/>
          <a:ln w="9525" cap="rnd" cmpd="sng" algn="ctr">
            <a:solidFill>
              <a:schemeClr val="bg1">
                <a:tint val="85000"/>
              </a:schemeClr>
            </a:solidFill>
            <a:prstDash val="dash"/>
          </a:ln>
          <a:effectLst>
            <a:outerShdw blurRad="25400" dist="12700" dir="5400000" algn="tl" rotWithShape="0">
              <a:schemeClr val="bg1">
                <a:alpha val="60000"/>
              </a:scheme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a:spLocks noGrp="1"/>
          </p:cNvSpPr>
          <p:nvPr>
            <p:ph type="dt" sz="half" idx="12"/>
          </p:nvPr>
        </p:nvSpPr>
        <p:spPr/>
        <p:txBody>
          <a:bodyPr/>
          <a:lstStyle/>
          <a:p>
            <a:fld id="{F30C84A2-23CF-44F5-B813-5187ED5C7D1C}" type="datetimeFigureOut">
              <a:rPr lang="en-US" sz="1200" smtClean="0">
                <a:solidFill>
                  <a:schemeClr val="tx2"/>
                </a:solidFill>
              </a:rPr>
              <a:t>6/14/2026</a:t>
            </a:fld>
            <a:endParaRPr lang="en-US" dirty="0"/>
          </a:p>
        </p:txBody>
      </p:sp>
      <p:sp>
        <p:nvSpPr>
          <p:cNvPr id="12" name="Rectangle 11"/>
          <p:cNvSpPr>
            <a:spLocks noGrp="1"/>
          </p:cNvSpPr>
          <p:nvPr>
            <p:ph type="sldNum" sz="quarter" idx="13"/>
          </p:nvPr>
        </p:nvSpPr>
        <p:spPr/>
        <p:txBody>
          <a:bodyPr/>
          <a:lstStyle/>
          <a:p>
            <a:pPr algn="r"/>
            <a:fld id="{F99EC173-99AE-4773-AB25-02E469A13EAE}" type="slidenum">
              <a:rPr lang="en-US" sz="1200" smtClean="0">
                <a:solidFill>
                  <a:schemeClr val="tx2"/>
                </a:solidFill>
              </a:rPr>
              <a:t>‹#›</a:t>
            </a:fld>
            <a:endParaRPr lang="en-US" dirty="0"/>
          </a:p>
        </p:txBody>
      </p:sp>
      <p:sp>
        <p:nvSpPr>
          <p:cNvPr id="13" name="Rectangle 12"/>
          <p:cNvSpPr>
            <a:spLocks noGrp="1"/>
          </p:cNvSpPr>
          <p:nvPr>
            <p:ph type="ftr" sz="quarter" idx="14"/>
          </p:nvPr>
        </p:nvSpPr>
        <p:spPr/>
        <p:txBody>
          <a:bodyPr/>
          <a:lstStyle/>
          <a:p>
            <a:endParaRPr lang="en-US" dirty="0"/>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Landscape with Caption">
    <p:spTree>
      <p:nvGrpSpPr>
        <p:cNvPr id="1" name=""/>
        <p:cNvGrpSpPr/>
        <p:nvPr/>
      </p:nvGrpSpPr>
      <p:grpSpPr>
        <a:xfrm>
          <a:off x="0" y="0"/>
          <a:ext cx="0" cy="0"/>
          <a:chOff x="0" y="0"/>
          <a:chExt cx="0" cy="0"/>
        </a:xfrm>
      </p:grpSpPr>
      <p:sp>
        <p:nvSpPr>
          <p:cNvPr id="5" name="Rectangle 9"/>
          <p:cNvSpPr>
            <a:spLocks noGrp="1" noChangeAspect="1"/>
          </p:cNvSpPr>
          <p:nvPr>
            <p:ph type="pic" sz="quarter" idx="10" hasCustomPrompt="1"/>
          </p:nvPr>
        </p:nvSpPr>
        <p:spPr>
          <a:xfrm>
            <a:off x="914400" y="294590"/>
            <a:ext cx="7467600" cy="56007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lstStyle>
            <a:lvl1pPr marL="0" marR="0" indent="1905" algn="ctr" rtl="0" latinLnBrk="0">
              <a:spcBef>
                <a:spcPct val="20000"/>
              </a:spcBef>
              <a:buFontTx/>
              <a:buNone/>
              <a:defRPr lang="en-US" i="0" smtClean="0">
                <a:solidFill>
                  <a:schemeClr val="tx1"/>
                </a:solidFill>
                <a:latin typeface="+mn-lt"/>
                <a:ea typeface="+mn-ea"/>
                <a:cs typeface="+mn-cs"/>
              </a:defRPr>
            </a:lvl1pPr>
          </a:lstStyle>
          <a:p>
            <a:pPr marL="0" marR="0" indent="1905" algn="ctr" rtl="0" latinLnBrk="0">
              <a:spcBef>
                <a:spcPct val="20000"/>
              </a:spcBef>
              <a:buFontTx/>
              <a:buNone/>
            </a:pPr>
            <a:r>
              <a:rPr lang="en-US" altLang="zh-CN" sz="2400" i="0">
                <a:solidFill>
                  <a:schemeClr val="tx1"/>
                </a:solidFill>
                <a:latin typeface="+mn-lt"/>
                <a:ea typeface="+mn-ea"/>
                <a:cs typeface="+mn-cs"/>
              </a:rPr>
              <a:t>Drag picture to placeholder or click icon to add</a:t>
            </a:r>
            <a:endParaRPr lang="en-US" i="0" dirty="0"/>
          </a:p>
        </p:txBody>
      </p:sp>
      <p:sp>
        <p:nvSpPr>
          <p:cNvPr id="7" name="Rectangle 5"/>
          <p:cNvSpPr>
            <a:spLocks noGrp="1"/>
          </p:cNvSpPr>
          <p:nvPr>
            <p:ph type="body" sz="quarter" idx="11" hasCustomPrompt="1"/>
          </p:nvPr>
        </p:nvSpPr>
        <p:spPr>
          <a:xfrm>
            <a:off x="914400" y="6019800"/>
            <a:ext cx="7467600" cy="381000"/>
          </a:xfrm>
        </p:spPr>
        <p:txBody>
          <a:bodyPr rIns="9144" anchor="t" anchorCtr="0">
            <a:noAutofit/>
          </a:bodyPr>
          <a:lstStyle>
            <a:lvl1pPr marL="0" marR="0" indent="0" algn="l" rtl="0" latinLnBrk="0">
              <a:spcBef>
                <a:spcPct val="20000"/>
              </a:spcBef>
              <a:buFontTx/>
              <a:buNone/>
              <a:defRPr sz="1800" i="0" baseline="0">
                <a:solidFill>
                  <a:schemeClr val="tx1"/>
                </a:solidFill>
                <a:latin typeface="+mn-lt"/>
                <a:ea typeface="+mn-ea"/>
                <a:cs typeface="+mn-cs"/>
              </a:defRPr>
            </a:lvl1pPr>
          </a:lstStyle>
          <a:p>
            <a:pPr lvl="0"/>
            <a:r>
              <a:rPr lang="en-US" dirty="0"/>
              <a:t>Click to add caption</a:t>
            </a:r>
          </a:p>
        </p:txBody>
      </p:sp>
      <p:sp>
        <p:nvSpPr>
          <p:cNvPr id="4" name="Rectangle 3"/>
          <p:cNvSpPr>
            <a:spLocks noGrp="1"/>
          </p:cNvSpPr>
          <p:nvPr>
            <p:ph type="dt" sz="half" idx="12"/>
          </p:nvPr>
        </p:nvSpPr>
        <p:spPr/>
        <p:txBody>
          <a:bodyPr/>
          <a:lstStyle/>
          <a:p>
            <a:fld id="{F30C84A2-23CF-44F5-B813-5187ED5C7D1C}" type="datetimeFigureOut">
              <a:rPr lang="en-US" sz="1200" smtClean="0">
                <a:solidFill>
                  <a:schemeClr val="tx2"/>
                </a:solidFill>
              </a:rPr>
              <a:t>6/14/2026</a:t>
            </a:fld>
            <a:endParaRPr lang="en-US" dirty="0"/>
          </a:p>
        </p:txBody>
      </p:sp>
      <p:sp>
        <p:nvSpPr>
          <p:cNvPr id="6" name="Rectangle 5"/>
          <p:cNvSpPr>
            <a:spLocks noGrp="1"/>
          </p:cNvSpPr>
          <p:nvPr>
            <p:ph type="sldNum" sz="quarter" idx="13"/>
          </p:nvPr>
        </p:nvSpPr>
        <p:spPr/>
        <p:txBody>
          <a:bodyPr/>
          <a:lstStyle/>
          <a:p>
            <a:pPr algn="r"/>
            <a:fld id="{F99EC173-99AE-4773-AB25-02E469A13EAE}" type="slidenum">
              <a:rPr lang="en-US" sz="1200" smtClean="0">
                <a:solidFill>
                  <a:schemeClr val="tx2"/>
                </a:solidFill>
              </a:rPr>
              <a:t>‹#›</a:t>
            </a:fld>
            <a:endParaRPr lang="en-US" dirty="0"/>
          </a:p>
        </p:txBody>
      </p:sp>
      <p:sp>
        <p:nvSpPr>
          <p:cNvPr id="8" name="Rectangle 7"/>
          <p:cNvSpPr>
            <a:spLocks noGrp="1"/>
          </p:cNvSpPr>
          <p:nvPr>
            <p:ph type="ftr" sz="quarter" idx="14"/>
          </p:nvPr>
        </p:nvSpPr>
        <p:spPr/>
        <p:txBody>
          <a:bodyPr/>
          <a:lstStyle/>
          <a:p>
            <a:endParaRPr 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ColTx" preserve="1">
  <p:cSld name="Portrait with Caption">
    <p:spTree>
      <p:nvGrpSpPr>
        <p:cNvPr id="1" name=""/>
        <p:cNvGrpSpPr/>
        <p:nvPr/>
      </p:nvGrpSpPr>
      <p:grpSpPr>
        <a:xfrm>
          <a:off x="0" y="0"/>
          <a:ext cx="0" cy="0"/>
          <a:chOff x="0" y="0"/>
          <a:chExt cx="0" cy="0"/>
        </a:xfrm>
      </p:grpSpPr>
      <p:sp>
        <p:nvSpPr>
          <p:cNvPr id="11" name="Rectangle 8"/>
          <p:cNvSpPr>
            <a:spLocks noGrp="1"/>
          </p:cNvSpPr>
          <p:nvPr>
            <p:ph type="pic" sz="quarter" idx="10" hasCustomPrompt="1"/>
          </p:nvPr>
        </p:nvSpPr>
        <p:spPr>
          <a:xfrm>
            <a:off x="419375" y="233241"/>
            <a:ext cx="4640305" cy="61722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1905" algn="ctr" rtl="0" latinLnBrk="0">
              <a:spcBef>
                <a:spcPct val="20000"/>
              </a:spcBef>
              <a:buFontTx/>
              <a:buNone/>
            </a:pPr>
            <a:r>
              <a:rPr lang="en-US" altLang="zh-CN" i="0"/>
              <a:t>Drag picture to placeholder or click icon to add</a:t>
            </a:r>
            <a:endParaRPr lang="en-US" i="0" dirty="0"/>
          </a:p>
        </p:txBody>
      </p:sp>
      <p:sp>
        <p:nvSpPr>
          <p:cNvPr id="13" name="Rectangle 6"/>
          <p:cNvSpPr>
            <a:spLocks noGrp="1"/>
          </p:cNvSpPr>
          <p:nvPr>
            <p:ph type="body" sz="quarter" idx="11" hasCustomPrompt="1"/>
          </p:nvPr>
        </p:nvSpPr>
        <p:spPr>
          <a:xfrm>
            <a:off x="5257800" y="3048000"/>
            <a:ext cx="3505200" cy="3352800"/>
          </a:xfrm>
        </p:spPr>
        <p:txBody>
          <a:bodyPr tIns="91440" bIns="91440" anchor="b" anchorCtr="0">
            <a:noAutofit/>
          </a:bodyPr>
          <a:lstStyle>
            <a:lvl1pPr marL="0" marR="0" indent="0" algn="l" rtl="0" latinLnBrk="0">
              <a:spcBef>
                <a:spcPct val="20000"/>
              </a:spcBef>
              <a:buFontTx/>
              <a:buNone/>
              <a:defRPr sz="1800" i="0" baseline="0">
                <a:solidFill>
                  <a:schemeClr val="tx1"/>
                </a:solidFill>
                <a:latin typeface="+mn-lt"/>
                <a:ea typeface="+mn-ea"/>
                <a:cs typeface="+mn-cs"/>
              </a:defRPr>
            </a:lvl1pPr>
          </a:lstStyle>
          <a:p>
            <a:pPr lvl="0"/>
            <a:r>
              <a:rPr lang="en-US" dirty="0"/>
              <a:t>Click to add caption</a:t>
            </a:r>
          </a:p>
        </p:txBody>
      </p:sp>
      <p:sp>
        <p:nvSpPr>
          <p:cNvPr id="4" name="Rectangle 3"/>
          <p:cNvSpPr>
            <a:spLocks noGrp="1"/>
          </p:cNvSpPr>
          <p:nvPr>
            <p:ph type="dt" sz="half" idx="12"/>
          </p:nvPr>
        </p:nvSpPr>
        <p:spPr/>
        <p:txBody>
          <a:bodyPr/>
          <a:lstStyle/>
          <a:p>
            <a:fld id="{F30C84A2-23CF-44F5-B813-5187ED5C7D1C}" type="datetimeFigureOut">
              <a:rPr lang="en-US" sz="1200" smtClean="0">
                <a:solidFill>
                  <a:schemeClr val="tx2"/>
                </a:solidFill>
              </a:rPr>
              <a:t>6/14/2026</a:t>
            </a:fld>
            <a:endParaRPr lang="en-US" dirty="0"/>
          </a:p>
        </p:txBody>
      </p:sp>
      <p:sp>
        <p:nvSpPr>
          <p:cNvPr id="5" name="Rectangle 4"/>
          <p:cNvSpPr>
            <a:spLocks noGrp="1"/>
          </p:cNvSpPr>
          <p:nvPr>
            <p:ph type="sldNum" sz="quarter" idx="13"/>
          </p:nvPr>
        </p:nvSpPr>
        <p:spPr/>
        <p:txBody>
          <a:bodyPr/>
          <a:lstStyle/>
          <a:p>
            <a:pPr algn="r"/>
            <a:fld id="{F99EC173-99AE-4773-AB25-02E469A13EAE}" type="slidenum">
              <a:rPr lang="en-US" sz="1200" smtClean="0">
                <a:solidFill>
                  <a:schemeClr val="tx2"/>
                </a:solidFill>
              </a:rPr>
              <a:t>‹#›</a:t>
            </a:fld>
            <a:endParaRPr lang="en-US" dirty="0"/>
          </a:p>
        </p:txBody>
      </p:sp>
      <p:sp>
        <p:nvSpPr>
          <p:cNvPr id="6" name="Rectangle 5"/>
          <p:cNvSpPr>
            <a:spLocks noGrp="1"/>
          </p:cNvSpPr>
          <p:nvPr>
            <p:ph type="ftr" sz="quarter" idx="14"/>
          </p:nvPr>
        </p:nvSpPr>
        <p:spPr/>
        <p:txBody>
          <a:bodyPr/>
          <a:lstStyle/>
          <a:p>
            <a:endParaRPr lang="en-US"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Landscape (Fullscreen)">
    <p:spTree>
      <p:nvGrpSpPr>
        <p:cNvPr id="1" name=""/>
        <p:cNvGrpSpPr/>
        <p:nvPr/>
      </p:nvGrpSpPr>
      <p:grpSpPr>
        <a:xfrm>
          <a:off x="0" y="0"/>
          <a:ext cx="0" cy="0"/>
          <a:chOff x="0" y="0"/>
          <a:chExt cx="0" cy="0"/>
        </a:xfrm>
      </p:grpSpPr>
      <p:sp>
        <p:nvSpPr>
          <p:cNvPr id="15" name="Rectangle 6"/>
          <p:cNvSpPr>
            <a:spLocks noGrp="1" noChangeAspect="1"/>
          </p:cNvSpPr>
          <p:nvPr>
            <p:ph type="pic" sz="quarter" idx="10" hasCustomPrompt="1"/>
          </p:nvPr>
        </p:nvSpPr>
        <p:spPr>
          <a:xfrm>
            <a:off x="0" y="0"/>
            <a:ext cx="9144000" cy="6858000"/>
          </a:xfrm>
          <a:noFill/>
          <a:ln w="25400" cap="rnd" cmpd="sng" algn="ctr">
            <a:noFill/>
            <a:prstDash val="solid"/>
          </a:ln>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a:buFontTx/>
              <a:buNone/>
            </a:pPr>
            <a:r>
              <a:rPr lang="en-US" i="0" dirty="0"/>
              <a:t>Click icon</a:t>
            </a:r>
            <a:r>
              <a:rPr lang="en-US" i="0" baseline="0" dirty="0"/>
              <a:t> to add </a:t>
            </a:r>
            <a:r>
              <a:rPr lang="en-US" i="0" dirty="0"/>
              <a:t>full page picture</a:t>
            </a:r>
            <a:endParaRPr lang="en-US" i="0" baseline="0" dirty="0"/>
          </a:p>
          <a:p>
            <a:pPr marL="0" marR="0" indent="0" algn="ctr">
              <a:buFontTx/>
              <a:buNone/>
            </a:pPr>
            <a:endParaRPr lang="en-US" i="0" dirty="0"/>
          </a:p>
          <a:p>
            <a:pPr algn="ctr">
              <a:buFontTx/>
              <a:buNone/>
            </a:pPr>
            <a:endParaRPr lang="en-US" i="0" dirty="0"/>
          </a:p>
          <a:p>
            <a:pPr algn="ctr">
              <a:buFontTx/>
              <a:buNone/>
            </a:pPr>
            <a:endParaRPr lang="en-US" i="0"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lbum Section">
    <p:spTree>
      <p:nvGrpSpPr>
        <p:cNvPr id="1" name=""/>
        <p:cNvGrpSpPr/>
        <p:nvPr/>
      </p:nvGrpSpPr>
      <p:grpSpPr>
        <a:xfrm>
          <a:off x="0" y="0"/>
          <a:ext cx="0" cy="0"/>
          <a:chOff x="0" y="0"/>
          <a:chExt cx="0" cy="0"/>
        </a:xfrm>
      </p:grpSpPr>
      <p:sp>
        <p:nvSpPr>
          <p:cNvPr id="17" name="Rectangle 2"/>
          <p:cNvSpPr>
            <a:spLocks noGrp="1"/>
          </p:cNvSpPr>
          <p:nvPr>
            <p:ph type="title" hasCustomPrompt="1"/>
          </p:nvPr>
        </p:nvSpPr>
        <p:spPr>
          <a:xfrm>
            <a:off x="752670" y="4572000"/>
            <a:ext cx="7781730" cy="990600"/>
          </a:xfrm>
        </p:spPr>
        <p:txBody>
          <a:bodyPr vert="horz" bIns="0" anchor="b" anchorCtr="0"/>
          <a:lstStyle>
            <a:lvl1pPr>
              <a:defRPr baseline="0"/>
            </a:lvl1pPr>
          </a:lstStyle>
          <a:p>
            <a:r>
              <a:rPr lang="en-US" dirty="0"/>
              <a:t>Click to add section title</a:t>
            </a:r>
          </a:p>
        </p:txBody>
      </p:sp>
      <p:sp>
        <p:nvSpPr>
          <p:cNvPr id="27" name="Rectangle 11"/>
          <p:cNvSpPr>
            <a:spLocks noGrp="1"/>
          </p:cNvSpPr>
          <p:nvPr>
            <p:ph type="body" sz="quarter" idx="14" hasCustomPrompt="1"/>
          </p:nvPr>
        </p:nvSpPr>
        <p:spPr>
          <a:xfrm>
            <a:off x="752670" y="5600700"/>
            <a:ext cx="7772400" cy="838200"/>
          </a:xfrm>
        </p:spPr>
        <p:txBody>
          <a:bodyPr vert="horz" tIns="0"/>
          <a:lstStyle>
            <a:lvl1pPr>
              <a:buFontTx/>
              <a:buNone/>
              <a:defRPr sz="1800"/>
            </a:lvl1pPr>
          </a:lstStyle>
          <a:p>
            <a:pPr lvl="0"/>
            <a:r>
              <a:rPr lang="en-US" dirty="0"/>
              <a:t>Click to add subtitle</a:t>
            </a:r>
          </a:p>
        </p:txBody>
      </p:sp>
      <p:sp>
        <p:nvSpPr>
          <p:cNvPr id="7" name="Rectangle 6"/>
          <p:cNvSpPr>
            <a:spLocks noGrp="1"/>
          </p:cNvSpPr>
          <p:nvPr>
            <p:ph type="pic" sz="quarter" idx="11" hasCustomPrompt="1"/>
          </p:nvPr>
        </p:nvSpPr>
        <p:spPr>
          <a:xfrm>
            <a:off x="786338" y="2140695"/>
            <a:ext cx="2286000" cy="22860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vert="horz"/>
          <a:lstStyle/>
          <a:p>
            <a:pPr algn="ctr">
              <a:buFontTx/>
              <a:buNone/>
            </a:pPr>
            <a:r>
              <a:rPr lang="en-US" altLang="zh-CN" sz="2000"/>
              <a:t>Drag picture to placeholder or click icon to add</a:t>
            </a:r>
            <a:endParaRPr lang="en-US" sz="2000" dirty="0"/>
          </a:p>
        </p:txBody>
      </p:sp>
      <p:sp>
        <p:nvSpPr>
          <p:cNvPr id="18" name="Rectangle 6"/>
          <p:cNvSpPr>
            <a:spLocks noGrp="1"/>
          </p:cNvSpPr>
          <p:nvPr>
            <p:ph type="pic" sz="quarter" idx="15" hasCustomPrompt="1"/>
          </p:nvPr>
        </p:nvSpPr>
        <p:spPr>
          <a:xfrm>
            <a:off x="3474604" y="2140695"/>
            <a:ext cx="2286000" cy="22860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vert="horz"/>
          <a:lstStyle/>
          <a:p>
            <a:pPr algn="ctr">
              <a:buFontTx/>
              <a:buNone/>
            </a:pPr>
            <a:r>
              <a:rPr lang="en-US" altLang="zh-CN" sz="2000"/>
              <a:t>Drag picture to placeholder or click icon to add</a:t>
            </a:r>
            <a:endParaRPr lang="en-US" sz="2000" dirty="0"/>
          </a:p>
        </p:txBody>
      </p:sp>
      <p:sp>
        <p:nvSpPr>
          <p:cNvPr id="2" name="Rectangle 6"/>
          <p:cNvSpPr>
            <a:spLocks noGrp="1"/>
          </p:cNvSpPr>
          <p:nvPr>
            <p:ph type="pic" sz="quarter" idx="16" hasCustomPrompt="1"/>
          </p:nvPr>
        </p:nvSpPr>
        <p:spPr>
          <a:xfrm>
            <a:off x="6162870" y="2140695"/>
            <a:ext cx="2286000" cy="22860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vert="horz"/>
          <a:lstStyle/>
          <a:p>
            <a:pPr algn="ctr">
              <a:buFontTx/>
              <a:buNone/>
            </a:pPr>
            <a:r>
              <a:rPr lang="en-US" altLang="zh-CN" sz="2000"/>
              <a:t>Drag picture to placeholder or click icon to add</a:t>
            </a:r>
            <a:endParaRPr lang="en-US" sz="2000" dirty="0"/>
          </a:p>
        </p:txBody>
      </p:sp>
      <p:sp>
        <p:nvSpPr>
          <p:cNvPr id="8" name="Rectangle 7"/>
          <p:cNvSpPr>
            <a:spLocks noGrp="1"/>
          </p:cNvSpPr>
          <p:nvPr>
            <p:ph type="dt" sz="half" idx="17"/>
          </p:nvPr>
        </p:nvSpPr>
        <p:spPr/>
        <p:txBody>
          <a:bodyPr/>
          <a:lstStyle/>
          <a:p>
            <a:fld id="{F30C84A2-23CF-44F5-B813-5187ED5C7D1C}" type="datetimeFigureOut">
              <a:rPr lang="en-US" sz="1200" smtClean="0">
                <a:solidFill>
                  <a:schemeClr val="tx2"/>
                </a:solidFill>
              </a:rPr>
              <a:t>6/14/2026</a:t>
            </a:fld>
            <a:endParaRPr lang="en-US" dirty="0"/>
          </a:p>
        </p:txBody>
      </p:sp>
      <p:sp>
        <p:nvSpPr>
          <p:cNvPr id="9" name="Rectangle 8"/>
          <p:cNvSpPr>
            <a:spLocks noGrp="1"/>
          </p:cNvSpPr>
          <p:nvPr>
            <p:ph type="sldNum" sz="quarter" idx="18"/>
          </p:nvPr>
        </p:nvSpPr>
        <p:spPr/>
        <p:txBody>
          <a:bodyPr/>
          <a:lstStyle/>
          <a:p>
            <a:pPr algn="r"/>
            <a:fld id="{F99EC173-99AE-4773-AB25-02E469A13EAE}" type="slidenum">
              <a:rPr lang="en-US" sz="1200" smtClean="0">
                <a:solidFill>
                  <a:schemeClr val="tx2"/>
                </a:solidFill>
              </a:rPr>
              <a:t>‹#›</a:t>
            </a:fld>
            <a:endParaRPr lang="en-US" dirty="0"/>
          </a:p>
        </p:txBody>
      </p:sp>
      <p:sp>
        <p:nvSpPr>
          <p:cNvPr id="10" name="Rectangle 9"/>
          <p:cNvSpPr>
            <a:spLocks noGrp="1"/>
          </p:cNvSpPr>
          <p:nvPr>
            <p:ph type="ftr" sz="quarter" idx="19"/>
          </p:nvPr>
        </p:nvSpPr>
        <p:spPr/>
        <p:txBody>
          <a:bodyPr/>
          <a:lstStyle/>
          <a:p>
            <a:endParaRPr 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ColTx" preserve="1">
  <p:cSld name="2-Up Portrait with Captions">
    <p:spTree>
      <p:nvGrpSpPr>
        <p:cNvPr id="1" name=""/>
        <p:cNvGrpSpPr/>
        <p:nvPr/>
      </p:nvGrpSpPr>
      <p:grpSpPr>
        <a:xfrm>
          <a:off x="0" y="0"/>
          <a:ext cx="0" cy="0"/>
          <a:chOff x="0" y="0"/>
          <a:chExt cx="0" cy="0"/>
        </a:xfrm>
      </p:grpSpPr>
      <p:sp>
        <p:nvSpPr>
          <p:cNvPr id="20" name="Rectangle 8"/>
          <p:cNvSpPr>
            <a:spLocks noGrp="1" noChangeAspect="1"/>
          </p:cNvSpPr>
          <p:nvPr>
            <p:ph type="pic" sz="quarter" idx="10" hasCustomPrompt="1"/>
          </p:nvPr>
        </p:nvSpPr>
        <p:spPr>
          <a:xfrm>
            <a:off x="4722047" y="609600"/>
            <a:ext cx="3431353" cy="4575141"/>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1905" algn="ctr" rtl="0" latinLnBrk="0">
              <a:spcBef>
                <a:spcPct val="20000"/>
              </a:spcBef>
              <a:buFontTx/>
              <a:buNone/>
            </a:pPr>
            <a:r>
              <a:rPr lang="en-US" altLang="zh-CN" sz="2400" i="0"/>
              <a:t>Drag picture to placeholder or click icon to add</a:t>
            </a:r>
            <a:endParaRPr lang="en-US" sz="2400" i="0" dirty="0"/>
          </a:p>
        </p:txBody>
      </p:sp>
      <p:sp>
        <p:nvSpPr>
          <p:cNvPr id="11" name="Rectangle 8"/>
          <p:cNvSpPr>
            <a:spLocks noGrp="1" noChangeAspect="1"/>
          </p:cNvSpPr>
          <p:nvPr>
            <p:ph type="pic" sz="quarter" idx="11" hasCustomPrompt="1"/>
          </p:nvPr>
        </p:nvSpPr>
        <p:spPr>
          <a:xfrm>
            <a:off x="1066800" y="609600"/>
            <a:ext cx="3429000" cy="45720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1905" algn="ctr" rtl="0" latinLnBrk="0">
              <a:spcBef>
                <a:spcPct val="20000"/>
              </a:spcBef>
              <a:buFontTx/>
              <a:buNone/>
            </a:pPr>
            <a:r>
              <a:rPr lang="en-US" altLang="zh-CN" sz="2400" i="0"/>
              <a:t>Drag picture to placeholder or click icon to add</a:t>
            </a:r>
            <a:endParaRPr lang="en-US" sz="2400" i="0" dirty="0"/>
          </a:p>
        </p:txBody>
      </p:sp>
      <p:sp>
        <p:nvSpPr>
          <p:cNvPr id="3" name="Rectangle 7"/>
          <p:cNvSpPr>
            <a:spLocks noGrp="1"/>
          </p:cNvSpPr>
          <p:nvPr>
            <p:ph type="body" sz="quarter" idx="14" hasCustomPrompt="1"/>
          </p:nvPr>
        </p:nvSpPr>
        <p:spPr>
          <a:xfrm>
            <a:off x="1066800" y="5334000"/>
            <a:ext cx="3429000" cy="1066800"/>
          </a:xfrm>
        </p:spPr>
        <p:txBody>
          <a:bodyPr lIns="91440" rIns="9144" anchor="t" anchorCtr="0">
            <a:noAutofit/>
          </a:bodyPr>
          <a:lstStyle>
            <a:lvl1pPr marL="0" marR="0" indent="0" algn="l" rtl="0" latinLnBrk="0">
              <a:spcBef>
                <a:spcPct val="20000"/>
              </a:spcBef>
              <a:buFontTx/>
              <a:buNone/>
              <a:defRPr sz="1800" baseline="0">
                <a:solidFill>
                  <a:schemeClr val="tx1"/>
                </a:solidFill>
                <a:latin typeface="+mn-lt"/>
                <a:ea typeface="+mn-ea"/>
                <a:cs typeface="+mn-cs"/>
              </a:defRPr>
            </a:lvl1pPr>
          </a:lstStyle>
          <a:p>
            <a:pPr lvl="0"/>
            <a:r>
              <a:rPr lang="en-US" dirty="0"/>
              <a:t>Click to add caption</a:t>
            </a:r>
          </a:p>
        </p:txBody>
      </p:sp>
      <p:sp>
        <p:nvSpPr>
          <p:cNvPr id="19" name="Rectangle 7"/>
          <p:cNvSpPr>
            <a:spLocks noGrp="1"/>
          </p:cNvSpPr>
          <p:nvPr>
            <p:ph type="body" sz="quarter" idx="15" hasCustomPrompt="1"/>
          </p:nvPr>
        </p:nvSpPr>
        <p:spPr>
          <a:xfrm>
            <a:off x="4724400" y="5334000"/>
            <a:ext cx="3429000" cy="1066800"/>
          </a:xfrm>
        </p:spPr>
        <p:txBody>
          <a:bodyPr lIns="91440" rIns="9144" anchor="t" anchorCtr="0">
            <a:noAutofit/>
          </a:bodyPr>
          <a:lstStyle>
            <a:lvl1pPr marL="0" marR="0" indent="0" algn="l" rtl="0" latinLnBrk="0">
              <a:spcBef>
                <a:spcPct val="20000"/>
              </a:spcBef>
              <a:buFontTx/>
              <a:buNone/>
              <a:defRPr sz="1800" baseline="0">
                <a:solidFill>
                  <a:schemeClr val="tx1"/>
                </a:solidFill>
                <a:latin typeface="+mn-lt"/>
                <a:ea typeface="+mn-ea"/>
                <a:cs typeface="+mn-cs"/>
              </a:defRPr>
            </a:lvl1pPr>
          </a:lstStyle>
          <a:p>
            <a:pPr lvl="0"/>
            <a:r>
              <a:rPr lang="en-US" dirty="0"/>
              <a:t>Click to add caption</a:t>
            </a:r>
          </a:p>
        </p:txBody>
      </p:sp>
      <p:sp>
        <p:nvSpPr>
          <p:cNvPr id="6" name="Rectangle 5"/>
          <p:cNvSpPr>
            <a:spLocks noGrp="1"/>
          </p:cNvSpPr>
          <p:nvPr>
            <p:ph type="dt" sz="half" idx="16"/>
          </p:nvPr>
        </p:nvSpPr>
        <p:spPr/>
        <p:txBody>
          <a:bodyPr/>
          <a:lstStyle/>
          <a:p>
            <a:fld id="{F30C84A2-23CF-44F5-B813-5187ED5C7D1C}" type="datetimeFigureOut">
              <a:rPr lang="en-US" sz="1200" smtClean="0">
                <a:solidFill>
                  <a:schemeClr val="tx2"/>
                </a:solidFill>
              </a:rPr>
              <a:t>6/14/2026</a:t>
            </a:fld>
            <a:endParaRPr lang="en-US" dirty="0"/>
          </a:p>
        </p:txBody>
      </p:sp>
      <p:sp>
        <p:nvSpPr>
          <p:cNvPr id="7" name="Rectangle 6"/>
          <p:cNvSpPr>
            <a:spLocks noGrp="1"/>
          </p:cNvSpPr>
          <p:nvPr>
            <p:ph type="sldNum" sz="quarter" idx="17"/>
          </p:nvPr>
        </p:nvSpPr>
        <p:spPr/>
        <p:txBody>
          <a:bodyPr/>
          <a:lstStyle/>
          <a:p>
            <a:pPr algn="r"/>
            <a:fld id="{F99EC173-99AE-4773-AB25-02E469A13EAE}" type="slidenum">
              <a:rPr lang="en-US" sz="1200" smtClean="0">
                <a:solidFill>
                  <a:schemeClr val="tx2"/>
                </a:solidFill>
              </a:rPr>
              <a:t>‹#›</a:t>
            </a:fld>
            <a:endParaRPr lang="en-US" dirty="0"/>
          </a:p>
        </p:txBody>
      </p:sp>
      <p:sp>
        <p:nvSpPr>
          <p:cNvPr id="8" name="Rectangle 7"/>
          <p:cNvSpPr>
            <a:spLocks noGrp="1"/>
          </p:cNvSpPr>
          <p:nvPr>
            <p:ph type="ftr" sz="quarter" idx="18"/>
          </p:nvPr>
        </p:nvSpPr>
        <p:spPr/>
        <p:txBody>
          <a:bodyPr/>
          <a:lstStyle/>
          <a:p>
            <a:endParaRPr lang="en-US"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Up Landscape with Captions">
    <p:spTree>
      <p:nvGrpSpPr>
        <p:cNvPr id="1" name=""/>
        <p:cNvGrpSpPr/>
        <p:nvPr/>
      </p:nvGrpSpPr>
      <p:grpSpPr>
        <a:xfrm>
          <a:off x="0" y="0"/>
          <a:ext cx="0" cy="0"/>
          <a:chOff x="0" y="0"/>
          <a:chExt cx="0" cy="0"/>
        </a:xfrm>
      </p:grpSpPr>
      <p:sp>
        <p:nvSpPr>
          <p:cNvPr id="23" name="Rectangle 7"/>
          <p:cNvSpPr>
            <a:spLocks noGrp="1" noChangeAspect="1"/>
          </p:cNvSpPr>
          <p:nvPr>
            <p:ph type="pic" sz="quarter" idx="13" hasCustomPrompt="1"/>
          </p:nvPr>
        </p:nvSpPr>
        <p:spPr>
          <a:xfrm>
            <a:off x="4648200" y="1676400"/>
            <a:ext cx="4038600" cy="302895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25" name="Rectangle 7"/>
          <p:cNvSpPr>
            <a:spLocks noGrp="1" noChangeAspect="1"/>
          </p:cNvSpPr>
          <p:nvPr>
            <p:ph type="pic" sz="quarter" idx="14" hasCustomPrompt="1"/>
          </p:nvPr>
        </p:nvSpPr>
        <p:spPr>
          <a:xfrm>
            <a:off x="457200" y="1676400"/>
            <a:ext cx="4038600" cy="302895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8" name="Rectangle 7"/>
          <p:cNvSpPr>
            <a:spLocks noGrp="1"/>
          </p:cNvSpPr>
          <p:nvPr>
            <p:ph type="body" sz="quarter" idx="16" hasCustomPrompt="1"/>
          </p:nvPr>
        </p:nvSpPr>
        <p:spPr>
          <a:xfrm>
            <a:off x="457200" y="4857750"/>
            <a:ext cx="4038600" cy="1238250"/>
          </a:xfrm>
        </p:spPr>
        <p:txBody>
          <a:bodyPr rIns="9144" anchor="t" anchorCtr="0">
            <a:noAutofit/>
          </a:bodyPr>
          <a:lstStyle>
            <a:lvl1pPr marL="0" marR="0" indent="0" algn="l" rtl="0" latinLnBrk="0">
              <a:spcBef>
                <a:spcPct val="20000"/>
              </a:spcBef>
              <a:buFontTx/>
              <a:buNone/>
              <a:defRPr sz="1800" baseline="0">
                <a:solidFill>
                  <a:schemeClr val="tx1"/>
                </a:solidFill>
                <a:latin typeface="+mn-lt"/>
                <a:ea typeface="+mn-ea"/>
                <a:cs typeface="+mn-cs"/>
              </a:defRPr>
            </a:lvl1pPr>
          </a:lstStyle>
          <a:p>
            <a:pPr lvl="0"/>
            <a:r>
              <a:rPr lang="en-US" dirty="0"/>
              <a:t>Click to add caption</a:t>
            </a:r>
          </a:p>
        </p:txBody>
      </p:sp>
      <p:sp>
        <p:nvSpPr>
          <p:cNvPr id="19" name="Rectangle 7"/>
          <p:cNvSpPr>
            <a:spLocks noGrp="1"/>
          </p:cNvSpPr>
          <p:nvPr>
            <p:ph type="body" sz="quarter" idx="17" hasCustomPrompt="1"/>
          </p:nvPr>
        </p:nvSpPr>
        <p:spPr>
          <a:xfrm>
            <a:off x="4648200" y="4857750"/>
            <a:ext cx="4038600" cy="1238250"/>
          </a:xfrm>
        </p:spPr>
        <p:txBody>
          <a:bodyPr rIns="9144" anchor="t" anchorCtr="0">
            <a:noAutofit/>
          </a:bodyPr>
          <a:lstStyle>
            <a:lvl1pPr marL="0" marR="0" indent="0" algn="l" rtl="0" latinLnBrk="0">
              <a:spcBef>
                <a:spcPct val="20000"/>
              </a:spcBef>
              <a:buFontTx/>
              <a:buNone/>
              <a:defRPr sz="1800" baseline="0">
                <a:solidFill>
                  <a:schemeClr val="tx1"/>
                </a:solidFill>
                <a:latin typeface="+mn-lt"/>
                <a:ea typeface="+mn-ea"/>
                <a:cs typeface="+mn-cs"/>
              </a:defRPr>
            </a:lvl1pPr>
          </a:lstStyle>
          <a:p>
            <a:pPr lvl="0"/>
            <a:r>
              <a:rPr lang="en-US" dirty="0"/>
              <a:t>Click to add caption</a:t>
            </a:r>
          </a:p>
        </p:txBody>
      </p:sp>
      <p:sp>
        <p:nvSpPr>
          <p:cNvPr id="6" name="Rectangle 5"/>
          <p:cNvSpPr>
            <a:spLocks noGrp="1"/>
          </p:cNvSpPr>
          <p:nvPr>
            <p:ph type="dt" sz="half" idx="18"/>
          </p:nvPr>
        </p:nvSpPr>
        <p:spPr/>
        <p:txBody>
          <a:bodyPr/>
          <a:lstStyle/>
          <a:p>
            <a:fld id="{F30C84A2-23CF-44F5-B813-5187ED5C7D1C}" type="datetimeFigureOut">
              <a:rPr lang="en-US" sz="1200" smtClean="0">
                <a:solidFill>
                  <a:schemeClr val="tx2"/>
                </a:solidFill>
              </a:rPr>
              <a:t>6/14/2026</a:t>
            </a:fld>
            <a:endParaRPr lang="en-US" dirty="0"/>
          </a:p>
        </p:txBody>
      </p:sp>
      <p:sp>
        <p:nvSpPr>
          <p:cNvPr id="7" name="Rectangle 6"/>
          <p:cNvSpPr>
            <a:spLocks noGrp="1"/>
          </p:cNvSpPr>
          <p:nvPr>
            <p:ph type="sldNum" sz="quarter" idx="19"/>
          </p:nvPr>
        </p:nvSpPr>
        <p:spPr/>
        <p:txBody>
          <a:bodyPr/>
          <a:lstStyle/>
          <a:p>
            <a:pPr algn="r"/>
            <a:fld id="{F99EC173-99AE-4773-AB25-02E469A13EAE}" type="slidenum">
              <a:rPr lang="en-US" sz="1200" smtClean="0">
                <a:solidFill>
                  <a:schemeClr val="tx2"/>
                </a:solidFill>
              </a:rPr>
              <a:t>‹#›</a:t>
            </a:fld>
            <a:endParaRPr lang="en-US" dirty="0"/>
          </a:p>
        </p:txBody>
      </p:sp>
      <p:sp>
        <p:nvSpPr>
          <p:cNvPr id="9" name="Rectangle 8"/>
          <p:cNvSpPr>
            <a:spLocks noGrp="1"/>
          </p:cNvSpPr>
          <p:nvPr>
            <p:ph type="ftr" sz="quarter" idx="20"/>
          </p:nvPr>
        </p:nvSpPr>
        <p:spPr/>
        <p:txBody>
          <a:bodyPr/>
          <a:lstStyle/>
          <a:p>
            <a:endParaRPr lang="en-US" dirty="0"/>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Up Mixed with Caption">
    <p:spTree>
      <p:nvGrpSpPr>
        <p:cNvPr id="1" name=""/>
        <p:cNvGrpSpPr/>
        <p:nvPr/>
      </p:nvGrpSpPr>
      <p:grpSpPr>
        <a:xfrm>
          <a:off x="0" y="0"/>
          <a:ext cx="0" cy="0"/>
          <a:chOff x="0" y="0"/>
          <a:chExt cx="0" cy="0"/>
        </a:xfrm>
      </p:grpSpPr>
      <p:sp>
        <p:nvSpPr>
          <p:cNvPr id="6" name="Rectangle 7"/>
          <p:cNvSpPr>
            <a:spLocks noGrp="1" noChangeAspect="1"/>
          </p:cNvSpPr>
          <p:nvPr>
            <p:ph type="pic" sz="quarter" idx="11" hasCustomPrompt="1"/>
          </p:nvPr>
        </p:nvSpPr>
        <p:spPr>
          <a:xfrm>
            <a:off x="5141976" y="381000"/>
            <a:ext cx="3773424" cy="2830068"/>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1905" algn="ctr" rtl="0" latinLnBrk="0">
              <a:spcBef>
                <a:spcPct val="20000"/>
              </a:spcBef>
              <a:buClr>
                <a:srgbClr val="D34817"/>
              </a:buClr>
              <a:buSzPct val="85000"/>
              <a:buFontTx/>
              <a:buNone/>
            </a:pPr>
            <a:r>
              <a:rPr lang="en-US" altLang="zh-CN" i="0"/>
              <a:t>Drag picture to placeholder or click icon to add</a:t>
            </a:r>
            <a:endParaRPr lang="en-US" i="0" dirty="0"/>
          </a:p>
        </p:txBody>
      </p:sp>
      <p:sp>
        <p:nvSpPr>
          <p:cNvPr id="22" name="Rectangle 7"/>
          <p:cNvSpPr>
            <a:spLocks noGrp="1" noChangeAspect="1"/>
          </p:cNvSpPr>
          <p:nvPr>
            <p:ph type="pic" sz="quarter" idx="12" hasCustomPrompt="1"/>
          </p:nvPr>
        </p:nvSpPr>
        <p:spPr>
          <a:xfrm>
            <a:off x="454152" y="381000"/>
            <a:ext cx="4462272" cy="5949696"/>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1905" algn="ctr" rtl="0" latinLnBrk="0">
              <a:spcBef>
                <a:spcPct val="20000"/>
              </a:spcBef>
              <a:buClr>
                <a:srgbClr val="D34817"/>
              </a:buClr>
              <a:buSzPct val="85000"/>
              <a:buFontTx/>
              <a:buNone/>
            </a:pPr>
            <a:r>
              <a:rPr lang="en-US" altLang="zh-CN" i="0"/>
              <a:t>Drag picture to placeholder or click icon to add</a:t>
            </a:r>
            <a:endParaRPr lang="en-US" i="0" dirty="0"/>
          </a:p>
        </p:txBody>
      </p:sp>
      <p:sp>
        <p:nvSpPr>
          <p:cNvPr id="11" name="Rectangle 7"/>
          <p:cNvSpPr>
            <a:spLocks noGrp="1"/>
          </p:cNvSpPr>
          <p:nvPr>
            <p:ph type="body" sz="quarter" idx="13" hasCustomPrompt="1"/>
          </p:nvPr>
        </p:nvSpPr>
        <p:spPr>
          <a:xfrm>
            <a:off x="5141976" y="3352800"/>
            <a:ext cx="3773425" cy="2971800"/>
          </a:xfrm>
        </p:spPr>
        <p:txBody>
          <a:bodyPr anchor="t" anchorCtr="0">
            <a:noAutofit/>
          </a:bodyPr>
          <a:lstStyle>
            <a:lvl1pPr marL="0" marR="0" indent="0" algn="l" rtl="0" latinLnBrk="0">
              <a:spcBef>
                <a:spcPct val="20000"/>
              </a:spcBef>
              <a:buFontTx/>
              <a:buNone/>
              <a:defRPr sz="1800" i="0" baseline="0">
                <a:solidFill>
                  <a:schemeClr val="tx1"/>
                </a:solidFill>
                <a:latin typeface="+mn-lt"/>
                <a:ea typeface="+mn-ea"/>
                <a:cs typeface="+mn-cs"/>
              </a:defRPr>
            </a:lvl1pPr>
          </a:lstStyle>
          <a:p>
            <a:pPr lvl="0"/>
            <a:r>
              <a:rPr lang="en-US" dirty="0"/>
              <a:t>Click to add caption</a:t>
            </a:r>
          </a:p>
        </p:txBody>
      </p:sp>
      <p:sp>
        <p:nvSpPr>
          <p:cNvPr id="5" name="Rectangle 4"/>
          <p:cNvSpPr>
            <a:spLocks noGrp="1"/>
          </p:cNvSpPr>
          <p:nvPr>
            <p:ph type="dt" sz="half" idx="14"/>
          </p:nvPr>
        </p:nvSpPr>
        <p:spPr/>
        <p:txBody>
          <a:bodyPr/>
          <a:lstStyle/>
          <a:p>
            <a:fld id="{F30C84A2-23CF-44F5-B813-5187ED5C7D1C}" type="datetimeFigureOut">
              <a:rPr lang="en-US" sz="1200" smtClean="0">
                <a:solidFill>
                  <a:schemeClr val="tx2"/>
                </a:solidFill>
              </a:rPr>
              <a:t>6/14/2026</a:t>
            </a:fld>
            <a:endParaRPr lang="en-US" dirty="0"/>
          </a:p>
        </p:txBody>
      </p:sp>
      <p:sp>
        <p:nvSpPr>
          <p:cNvPr id="7" name="Rectangle 6"/>
          <p:cNvSpPr>
            <a:spLocks noGrp="1"/>
          </p:cNvSpPr>
          <p:nvPr>
            <p:ph type="sldNum" sz="quarter" idx="15"/>
          </p:nvPr>
        </p:nvSpPr>
        <p:spPr/>
        <p:txBody>
          <a:bodyPr/>
          <a:lstStyle/>
          <a:p>
            <a:pPr algn="r"/>
            <a:fld id="{F99EC173-99AE-4773-AB25-02E469A13EAE}" type="slidenum">
              <a:rPr lang="en-US" sz="1200" smtClean="0">
                <a:solidFill>
                  <a:schemeClr val="tx2"/>
                </a:solidFill>
              </a:rPr>
              <a:t>‹#›</a:t>
            </a:fld>
            <a:endParaRPr lang="en-US" dirty="0"/>
          </a:p>
        </p:txBody>
      </p:sp>
      <p:sp>
        <p:nvSpPr>
          <p:cNvPr id="8" name="Rectangle 7"/>
          <p:cNvSpPr>
            <a:spLocks noGrp="1"/>
          </p:cNvSpPr>
          <p:nvPr>
            <p:ph type="ftr" sz="quarter" idx="16"/>
          </p:nvPr>
        </p:nvSpPr>
        <p:spPr/>
        <p:txBody>
          <a:bodyPr/>
          <a:lstStyle/>
          <a:p>
            <a:endParaRPr lang="en-US" dirty="0"/>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Up Portrait with Captions">
    <p:spTree>
      <p:nvGrpSpPr>
        <p:cNvPr id="1" name=""/>
        <p:cNvGrpSpPr/>
        <p:nvPr/>
      </p:nvGrpSpPr>
      <p:grpSpPr>
        <a:xfrm>
          <a:off x="0" y="0"/>
          <a:ext cx="0" cy="0"/>
          <a:chOff x="0" y="0"/>
          <a:chExt cx="0" cy="0"/>
        </a:xfrm>
      </p:grpSpPr>
      <p:sp>
        <p:nvSpPr>
          <p:cNvPr id="2" name="Rectangle 8"/>
          <p:cNvSpPr>
            <a:spLocks noGrp="1" noChangeAspect="1"/>
          </p:cNvSpPr>
          <p:nvPr>
            <p:ph type="pic" sz="quarter" idx="10" hasCustomPrompt="1"/>
          </p:nvPr>
        </p:nvSpPr>
        <p:spPr>
          <a:xfrm>
            <a:off x="228600" y="1066800"/>
            <a:ext cx="2743200" cy="36576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342900" indent="-342900" algn="ctr" rtl="0" latinLnBrk="0">
              <a:spcBef>
                <a:spcPct val="20000"/>
              </a:spcBef>
              <a:buClr>
                <a:srgbClr val="438086"/>
              </a:buClr>
              <a:buSzPct val="60000"/>
              <a:buFontTx/>
              <a:buNone/>
            </a:pPr>
            <a:r>
              <a:rPr lang="en-US" altLang="zh-CN"/>
              <a:t>Drag picture to placeholder or click icon to add</a:t>
            </a:r>
            <a:endParaRPr lang="en-US" dirty="0"/>
          </a:p>
        </p:txBody>
      </p:sp>
      <p:sp>
        <p:nvSpPr>
          <p:cNvPr id="4" name="Rectangle 8"/>
          <p:cNvSpPr>
            <a:spLocks noGrp="1" noChangeAspect="1"/>
          </p:cNvSpPr>
          <p:nvPr>
            <p:ph type="pic" sz="quarter" idx="11" hasCustomPrompt="1"/>
          </p:nvPr>
        </p:nvSpPr>
        <p:spPr>
          <a:xfrm>
            <a:off x="3200400" y="1066800"/>
            <a:ext cx="2743200" cy="36576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342900" indent="-342900" algn="ctr" rtl="0" latinLnBrk="0">
              <a:spcBef>
                <a:spcPct val="20000"/>
              </a:spcBef>
              <a:buClr>
                <a:srgbClr val="438086"/>
              </a:buClr>
              <a:buSzPct val="60000"/>
              <a:buFontTx/>
              <a:buNone/>
            </a:pPr>
            <a:r>
              <a:rPr lang="en-US" altLang="zh-CN"/>
              <a:t>Drag picture to placeholder or click icon to add</a:t>
            </a:r>
            <a:endParaRPr lang="en-US" dirty="0"/>
          </a:p>
        </p:txBody>
      </p:sp>
      <p:sp>
        <p:nvSpPr>
          <p:cNvPr id="31" name="Rectangle 8"/>
          <p:cNvSpPr>
            <a:spLocks noGrp="1" noChangeAspect="1"/>
          </p:cNvSpPr>
          <p:nvPr>
            <p:ph type="pic" sz="quarter" idx="12" hasCustomPrompt="1"/>
          </p:nvPr>
        </p:nvSpPr>
        <p:spPr>
          <a:xfrm>
            <a:off x="6172200" y="1066800"/>
            <a:ext cx="2743200" cy="36576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342900" indent="-342900" algn="ctr" rtl="0" latinLnBrk="0">
              <a:spcBef>
                <a:spcPct val="20000"/>
              </a:spcBef>
              <a:buClr>
                <a:srgbClr val="438086"/>
              </a:buClr>
              <a:buSzPct val="60000"/>
              <a:buFontTx/>
              <a:buNone/>
            </a:pPr>
            <a:r>
              <a:rPr lang="en-US" altLang="zh-CN"/>
              <a:t>Drag picture to placeholder or click icon to add</a:t>
            </a:r>
            <a:endParaRPr lang="en-US" dirty="0"/>
          </a:p>
        </p:txBody>
      </p:sp>
      <p:sp>
        <p:nvSpPr>
          <p:cNvPr id="7" name="Rectangle 6"/>
          <p:cNvSpPr>
            <a:spLocks noGrp="1"/>
          </p:cNvSpPr>
          <p:nvPr>
            <p:ph type="body" sz="quarter" idx="13" hasCustomPrompt="1"/>
          </p:nvPr>
        </p:nvSpPr>
        <p:spPr>
          <a:xfrm>
            <a:off x="228600" y="4876800"/>
            <a:ext cx="2743200" cy="1447800"/>
          </a:xfrm>
        </p:spPr>
        <p:txBody>
          <a:bodyPr anchor="t" anchorCtr="0">
            <a:noAutofit/>
          </a:bodyPr>
          <a:lstStyle>
            <a:lvl1pPr marL="0" marR="0" indent="0" algn="l" rtl="0" latinLnBrk="0">
              <a:spcBef>
                <a:spcPct val="20000"/>
              </a:spcBef>
              <a:buFontTx/>
              <a:buNone/>
              <a:defRPr sz="1800" baseline="0">
                <a:solidFill>
                  <a:schemeClr val="tx1"/>
                </a:solidFill>
                <a:latin typeface="+mn-lt"/>
                <a:ea typeface="+mn-ea"/>
                <a:cs typeface="+mn-cs"/>
              </a:defRPr>
            </a:lvl1pPr>
          </a:lstStyle>
          <a:p>
            <a:pPr lvl="0"/>
            <a:r>
              <a:rPr lang="en-US" dirty="0"/>
              <a:t>Click to add caption</a:t>
            </a:r>
          </a:p>
        </p:txBody>
      </p:sp>
      <p:sp>
        <p:nvSpPr>
          <p:cNvPr id="6" name="Rectangle 6"/>
          <p:cNvSpPr>
            <a:spLocks noGrp="1"/>
          </p:cNvSpPr>
          <p:nvPr>
            <p:ph type="body" sz="quarter" idx="14" hasCustomPrompt="1"/>
          </p:nvPr>
        </p:nvSpPr>
        <p:spPr>
          <a:xfrm>
            <a:off x="3200400" y="4876800"/>
            <a:ext cx="2743200" cy="1447800"/>
          </a:xfrm>
        </p:spPr>
        <p:txBody>
          <a:bodyPr anchor="t" anchorCtr="0">
            <a:noAutofit/>
          </a:bodyPr>
          <a:lstStyle>
            <a:lvl1pPr marL="0" marR="0" indent="0" algn="l" rtl="0" latinLnBrk="0">
              <a:spcBef>
                <a:spcPct val="20000"/>
              </a:spcBef>
              <a:buFontTx/>
              <a:buNone/>
              <a:defRPr sz="1800" baseline="0">
                <a:solidFill>
                  <a:schemeClr val="tx1"/>
                </a:solidFill>
                <a:latin typeface="+mn-lt"/>
                <a:ea typeface="+mn-ea"/>
                <a:cs typeface="+mn-cs"/>
              </a:defRPr>
            </a:lvl1pPr>
          </a:lstStyle>
          <a:p>
            <a:pPr lvl="0"/>
            <a:r>
              <a:rPr lang="en-US" dirty="0"/>
              <a:t>Click to add caption</a:t>
            </a:r>
          </a:p>
        </p:txBody>
      </p:sp>
      <p:sp>
        <p:nvSpPr>
          <p:cNvPr id="14" name="Rectangle 6"/>
          <p:cNvSpPr>
            <a:spLocks noGrp="1"/>
          </p:cNvSpPr>
          <p:nvPr>
            <p:ph type="body" sz="quarter" idx="15" hasCustomPrompt="1"/>
          </p:nvPr>
        </p:nvSpPr>
        <p:spPr>
          <a:xfrm>
            <a:off x="6172200" y="4876800"/>
            <a:ext cx="2743200" cy="1447800"/>
          </a:xfrm>
        </p:spPr>
        <p:txBody>
          <a:bodyPr anchor="t" anchorCtr="0">
            <a:noAutofit/>
          </a:bodyPr>
          <a:lstStyle>
            <a:lvl1pPr marL="0" marR="0" indent="0" algn="l" rtl="0" latinLnBrk="0">
              <a:spcBef>
                <a:spcPct val="20000"/>
              </a:spcBef>
              <a:buFontTx/>
              <a:buNone/>
              <a:defRPr sz="1800" baseline="0">
                <a:solidFill>
                  <a:schemeClr val="tx1"/>
                </a:solidFill>
                <a:latin typeface="+mn-lt"/>
                <a:ea typeface="+mn-ea"/>
                <a:cs typeface="+mn-cs"/>
              </a:defRPr>
            </a:lvl1pPr>
          </a:lstStyle>
          <a:p>
            <a:pPr lvl="0"/>
            <a:r>
              <a:rPr lang="en-US" dirty="0"/>
              <a:t>Click to add caption</a:t>
            </a:r>
          </a:p>
        </p:txBody>
      </p:sp>
      <p:sp>
        <p:nvSpPr>
          <p:cNvPr id="8" name="Rectangle 7"/>
          <p:cNvSpPr>
            <a:spLocks noGrp="1"/>
          </p:cNvSpPr>
          <p:nvPr>
            <p:ph type="dt" sz="half" idx="16"/>
          </p:nvPr>
        </p:nvSpPr>
        <p:spPr/>
        <p:txBody>
          <a:bodyPr/>
          <a:lstStyle/>
          <a:p>
            <a:fld id="{F30C84A2-23CF-44F5-B813-5187ED5C7D1C}" type="datetimeFigureOut">
              <a:rPr lang="en-US" sz="1200" smtClean="0">
                <a:solidFill>
                  <a:schemeClr val="tx2"/>
                </a:solidFill>
              </a:rPr>
              <a:t>6/14/2026</a:t>
            </a:fld>
            <a:endParaRPr lang="en-US" dirty="0"/>
          </a:p>
        </p:txBody>
      </p:sp>
      <p:sp>
        <p:nvSpPr>
          <p:cNvPr id="9" name="Rectangle 8"/>
          <p:cNvSpPr>
            <a:spLocks noGrp="1"/>
          </p:cNvSpPr>
          <p:nvPr>
            <p:ph type="sldNum" sz="quarter" idx="17"/>
          </p:nvPr>
        </p:nvSpPr>
        <p:spPr/>
        <p:txBody>
          <a:bodyPr/>
          <a:lstStyle/>
          <a:p>
            <a:pPr algn="r"/>
            <a:fld id="{F99EC173-99AE-4773-AB25-02E469A13EAE}" type="slidenum">
              <a:rPr lang="en-US" sz="1200" smtClean="0">
                <a:solidFill>
                  <a:schemeClr val="tx2"/>
                </a:solidFill>
              </a:rPr>
              <a:t>‹#›</a:t>
            </a:fld>
            <a:endParaRPr lang="en-US" dirty="0"/>
          </a:p>
        </p:txBody>
      </p:sp>
      <p:sp>
        <p:nvSpPr>
          <p:cNvPr id="10" name="Rectangle 9"/>
          <p:cNvSpPr>
            <a:spLocks noGrp="1"/>
          </p:cNvSpPr>
          <p:nvPr>
            <p:ph type="ftr" sz="quarter" idx="18"/>
          </p:nvPr>
        </p:nvSpPr>
        <p:spPr/>
        <p:txBody>
          <a:bodyPr/>
          <a:lstStyle/>
          <a:p>
            <a:endParaRPr lang="en-US" dirty="0"/>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Up Landscape with Caption">
    <p:spTree>
      <p:nvGrpSpPr>
        <p:cNvPr id="1" name=""/>
        <p:cNvGrpSpPr/>
        <p:nvPr/>
      </p:nvGrpSpPr>
      <p:grpSpPr>
        <a:xfrm>
          <a:off x="0" y="0"/>
          <a:ext cx="0" cy="0"/>
          <a:chOff x="0" y="0"/>
          <a:chExt cx="0" cy="0"/>
        </a:xfrm>
      </p:grpSpPr>
      <p:sp>
        <p:nvSpPr>
          <p:cNvPr id="3" name="Rectangle 7"/>
          <p:cNvSpPr>
            <a:spLocks noGrp="1" noChangeAspect="1"/>
          </p:cNvSpPr>
          <p:nvPr>
            <p:ph type="pic" sz="quarter" idx="11" hasCustomPrompt="1"/>
          </p:nvPr>
        </p:nvSpPr>
        <p:spPr>
          <a:xfrm>
            <a:off x="4663440" y="3403823"/>
            <a:ext cx="4023360" cy="301752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vert="horz"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342900" indent="-342900" algn="ctr" rtl="0" latinLnBrk="0">
              <a:spcBef>
                <a:spcPct val="20000"/>
              </a:spcBef>
              <a:buClr>
                <a:srgbClr val="438086"/>
              </a:buClr>
              <a:buSzPct val="60000"/>
              <a:buFontTx/>
              <a:buNone/>
            </a:pPr>
            <a:r>
              <a:rPr lang="en-US" altLang="zh-CN"/>
              <a:t>Drag picture to placeholder or click icon to add</a:t>
            </a:r>
            <a:endParaRPr lang="en-US" dirty="0"/>
          </a:p>
        </p:txBody>
      </p:sp>
      <p:sp>
        <p:nvSpPr>
          <p:cNvPr id="15" name="Rectangle 7"/>
          <p:cNvSpPr>
            <a:spLocks noGrp="1" noChangeAspect="1"/>
          </p:cNvSpPr>
          <p:nvPr>
            <p:ph type="pic" sz="quarter" idx="12" hasCustomPrompt="1"/>
          </p:nvPr>
        </p:nvSpPr>
        <p:spPr>
          <a:xfrm>
            <a:off x="457200" y="3403823"/>
            <a:ext cx="4023360" cy="301752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vert="horz"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342900" indent="-342900" algn="ctr" rtl="0" latinLnBrk="0">
              <a:spcBef>
                <a:spcPct val="20000"/>
              </a:spcBef>
              <a:buClr>
                <a:srgbClr val="438086"/>
              </a:buClr>
              <a:buSzPct val="60000"/>
              <a:buFontTx/>
              <a:buNone/>
            </a:pPr>
            <a:r>
              <a:rPr lang="en-US" altLang="zh-CN"/>
              <a:t>Drag picture to placeholder or click icon to add</a:t>
            </a:r>
            <a:endParaRPr lang="en-US" dirty="0"/>
          </a:p>
        </p:txBody>
      </p:sp>
      <p:sp>
        <p:nvSpPr>
          <p:cNvPr id="26" name="Rectangle 7"/>
          <p:cNvSpPr>
            <a:spLocks noGrp="1" noChangeAspect="1"/>
          </p:cNvSpPr>
          <p:nvPr>
            <p:ph type="pic" sz="quarter" idx="13" hasCustomPrompt="1"/>
          </p:nvPr>
        </p:nvSpPr>
        <p:spPr>
          <a:xfrm>
            <a:off x="4663440" y="228600"/>
            <a:ext cx="4023360" cy="301752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342900" indent="-342900" algn="ctr" rtl="0" latinLnBrk="0">
              <a:spcBef>
                <a:spcPct val="20000"/>
              </a:spcBef>
              <a:buClr>
                <a:srgbClr val="438086"/>
              </a:buClr>
              <a:buSzPct val="60000"/>
              <a:buFontTx/>
              <a:buNone/>
            </a:pPr>
            <a:r>
              <a:rPr lang="en-US" altLang="zh-CN"/>
              <a:t>Drag picture to placeholder or click icon to add</a:t>
            </a:r>
            <a:endParaRPr lang="en-US" dirty="0"/>
          </a:p>
        </p:txBody>
      </p:sp>
      <p:sp>
        <p:nvSpPr>
          <p:cNvPr id="27" name="Rectangle 11"/>
          <p:cNvSpPr>
            <a:spLocks noGrp="1"/>
          </p:cNvSpPr>
          <p:nvPr>
            <p:ph type="body" sz="quarter" idx="14" hasCustomPrompt="1"/>
          </p:nvPr>
        </p:nvSpPr>
        <p:spPr>
          <a:xfrm>
            <a:off x="457200" y="228600"/>
            <a:ext cx="4023360" cy="3017520"/>
          </a:xfrm>
        </p:spPr>
        <p:txBody>
          <a:bodyPr anchor="b" anchorCtr="0">
            <a:noAutofit/>
          </a:bodyPr>
          <a:lstStyle>
            <a:lvl1pPr marL="0" marR="0" indent="0" algn="l" rtl="0" latinLnBrk="0">
              <a:spcBef>
                <a:spcPct val="20000"/>
              </a:spcBef>
              <a:buFontTx/>
              <a:buNone/>
              <a:defRPr sz="1800" i="0" baseline="0">
                <a:solidFill>
                  <a:schemeClr val="tx1"/>
                </a:solidFill>
                <a:latin typeface="+mn-lt"/>
                <a:ea typeface="+mn-ea"/>
                <a:cs typeface="+mn-cs"/>
              </a:defRPr>
            </a:lvl1pPr>
          </a:lstStyle>
          <a:p>
            <a:pPr lvl="0"/>
            <a:r>
              <a:rPr lang="en-US" dirty="0"/>
              <a:t>Click to add caption</a:t>
            </a:r>
          </a:p>
        </p:txBody>
      </p:sp>
      <p:sp>
        <p:nvSpPr>
          <p:cNvPr id="6" name="Rectangle 5"/>
          <p:cNvSpPr>
            <a:spLocks noGrp="1"/>
          </p:cNvSpPr>
          <p:nvPr>
            <p:ph type="dt" sz="half" idx="15"/>
          </p:nvPr>
        </p:nvSpPr>
        <p:spPr/>
        <p:txBody>
          <a:bodyPr/>
          <a:lstStyle/>
          <a:p>
            <a:fld id="{F30C84A2-23CF-44F5-B813-5187ED5C7D1C}" type="datetimeFigureOut">
              <a:rPr lang="en-US" sz="1200" smtClean="0">
                <a:solidFill>
                  <a:schemeClr val="tx2"/>
                </a:solidFill>
              </a:rPr>
              <a:t>6/14/2026</a:t>
            </a:fld>
            <a:endParaRPr lang="en-US" dirty="0"/>
          </a:p>
        </p:txBody>
      </p:sp>
      <p:sp>
        <p:nvSpPr>
          <p:cNvPr id="7" name="Rectangle 6"/>
          <p:cNvSpPr>
            <a:spLocks noGrp="1"/>
          </p:cNvSpPr>
          <p:nvPr>
            <p:ph type="sldNum" sz="quarter" idx="16"/>
          </p:nvPr>
        </p:nvSpPr>
        <p:spPr/>
        <p:txBody>
          <a:bodyPr/>
          <a:lstStyle/>
          <a:p>
            <a:pPr algn="r"/>
            <a:fld id="{F99EC173-99AE-4773-AB25-02E469A13EAE}" type="slidenum">
              <a:rPr lang="en-US" sz="1200" smtClean="0">
                <a:solidFill>
                  <a:schemeClr val="tx2"/>
                </a:solidFill>
              </a:rPr>
              <a:t>‹#›</a:t>
            </a:fld>
            <a:endParaRPr lang="en-US" dirty="0"/>
          </a:p>
        </p:txBody>
      </p:sp>
      <p:sp>
        <p:nvSpPr>
          <p:cNvPr id="8" name="Rectangle 7"/>
          <p:cNvSpPr>
            <a:spLocks noGrp="1"/>
          </p:cNvSpPr>
          <p:nvPr>
            <p:ph type="ftr" sz="quarter" idx="17"/>
          </p:nvPr>
        </p:nvSpPr>
        <p:spPr/>
        <p:txBody>
          <a:bodyPr/>
          <a:lstStyle/>
          <a:p>
            <a:endParaRPr lang="en-US" dirty="0"/>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Up Mixed">
    <p:spTree>
      <p:nvGrpSpPr>
        <p:cNvPr id="1" name=""/>
        <p:cNvGrpSpPr/>
        <p:nvPr/>
      </p:nvGrpSpPr>
      <p:grpSpPr>
        <a:xfrm>
          <a:off x="0" y="0"/>
          <a:ext cx="0" cy="0"/>
          <a:chOff x="0" y="0"/>
          <a:chExt cx="0" cy="0"/>
        </a:xfrm>
      </p:grpSpPr>
      <p:sp>
        <p:nvSpPr>
          <p:cNvPr id="7" name="Rectangle 7"/>
          <p:cNvSpPr>
            <a:spLocks noGrp="1" noChangeAspect="1"/>
          </p:cNvSpPr>
          <p:nvPr>
            <p:ph type="pic" sz="quarter" idx="11" hasCustomPrompt="1"/>
          </p:nvPr>
        </p:nvSpPr>
        <p:spPr>
          <a:xfrm>
            <a:off x="5067300" y="3436620"/>
            <a:ext cx="3649900" cy="2889504"/>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1905" algn="ctr" rtl="0" latinLnBrk="0">
              <a:spcBef>
                <a:spcPct val="20000"/>
              </a:spcBef>
              <a:buClr>
                <a:srgbClr val="D34817"/>
              </a:buClr>
              <a:buSzPct val="85000"/>
              <a:buFontTx/>
              <a:buNone/>
            </a:pPr>
            <a:r>
              <a:rPr lang="en-US" altLang="zh-CN"/>
              <a:t>Drag picture to placeholder or click icon to add</a:t>
            </a:r>
            <a:endParaRPr lang="en-US" dirty="0"/>
          </a:p>
        </p:txBody>
      </p:sp>
      <p:sp>
        <p:nvSpPr>
          <p:cNvPr id="29" name="Rectangle 7"/>
          <p:cNvSpPr>
            <a:spLocks noGrp="1" noChangeAspect="1"/>
          </p:cNvSpPr>
          <p:nvPr>
            <p:ph type="pic" sz="quarter" idx="12" hasCustomPrompt="1"/>
          </p:nvPr>
        </p:nvSpPr>
        <p:spPr>
          <a:xfrm>
            <a:off x="426720" y="384048"/>
            <a:ext cx="4457700" cy="59436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1905" algn="ctr" rtl="0" latinLnBrk="0">
              <a:spcBef>
                <a:spcPct val="20000"/>
              </a:spcBef>
              <a:buClr>
                <a:srgbClr val="D34817"/>
              </a:buClr>
              <a:buSzPct val="85000"/>
              <a:buFontTx/>
              <a:buNone/>
            </a:pPr>
            <a:r>
              <a:rPr lang="en-US" altLang="zh-CN"/>
              <a:t>Drag picture to placeholder or click icon to add</a:t>
            </a:r>
            <a:endParaRPr lang="en-US" dirty="0"/>
          </a:p>
        </p:txBody>
      </p:sp>
      <p:sp>
        <p:nvSpPr>
          <p:cNvPr id="10" name="Rectangle 7"/>
          <p:cNvSpPr>
            <a:spLocks noGrp="1" noChangeAspect="1"/>
          </p:cNvSpPr>
          <p:nvPr>
            <p:ph type="pic" sz="quarter" idx="13" hasCustomPrompt="1"/>
          </p:nvPr>
        </p:nvSpPr>
        <p:spPr>
          <a:xfrm>
            <a:off x="5067300" y="389332"/>
            <a:ext cx="3657600" cy="2887269"/>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1905" algn="ctr" rtl="0" latinLnBrk="0">
              <a:spcBef>
                <a:spcPct val="20000"/>
              </a:spcBef>
              <a:buClr>
                <a:srgbClr val="D34817"/>
              </a:buClr>
              <a:buSzPct val="85000"/>
              <a:buFontTx/>
              <a:buNone/>
            </a:pPr>
            <a:r>
              <a:rPr lang="en-US" altLang="zh-CN"/>
              <a:t>Drag picture to placeholder or click icon to add</a:t>
            </a:r>
            <a:endParaRPr lang="en-US" dirty="0"/>
          </a:p>
        </p:txBody>
      </p:sp>
      <p:sp>
        <p:nvSpPr>
          <p:cNvPr id="5" name="Rectangle 4"/>
          <p:cNvSpPr>
            <a:spLocks noGrp="1"/>
          </p:cNvSpPr>
          <p:nvPr>
            <p:ph type="dt" sz="half" idx="14"/>
          </p:nvPr>
        </p:nvSpPr>
        <p:spPr/>
        <p:txBody>
          <a:bodyPr/>
          <a:lstStyle/>
          <a:p>
            <a:fld id="{F30C84A2-23CF-44F5-B813-5187ED5C7D1C}" type="datetimeFigureOut">
              <a:rPr lang="en-US" sz="1200" smtClean="0">
                <a:solidFill>
                  <a:schemeClr val="tx2"/>
                </a:solidFill>
              </a:rPr>
              <a:t>6/14/2026</a:t>
            </a:fld>
            <a:endParaRPr lang="en-US" dirty="0"/>
          </a:p>
        </p:txBody>
      </p:sp>
      <p:sp>
        <p:nvSpPr>
          <p:cNvPr id="6" name="Rectangle 5"/>
          <p:cNvSpPr>
            <a:spLocks noGrp="1"/>
          </p:cNvSpPr>
          <p:nvPr>
            <p:ph type="sldNum" sz="quarter" idx="15"/>
          </p:nvPr>
        </p:nvSpPr>
        <p:spPr/>
        <p:txBody>
          <a:bodyPr/>
          <a:lstStyle/>
          <a:p>
            <a:pPr algn="r"/>
            <a:fld id="{F99EC173-99AE-4773-AB25-02E469A13EAE}" type="slidenum">
              <a:rPr lang="en-US" sz="1200" smtClean="0">
                <a:solidFill>
                  <a:schemeClr val="tx2"/>
                </a:solidFill>
              </a:rPr>
              <a:t>‹#›</a:t>
            </a:fld>
            <a:endParaRPr lang="en-US" dirty="0"/>
          </a:p>
        </p:txBody>
      </p:sp>
      <p:sp>
        <p:nvSpPr>
          <p:cNvPr id="8" name="Rectangle 7"/>
          <p:cNvSpPr>
            <a:spLocks noGrp="1"/>
          </p:cNvSpPr>
          <p:nvPr>
            <p:ph type="ftr" sz="quarter" idx="16"/>
          </p:nvPr>
        </p:nvSpPr>
        <p:spPr/>
        <p:txBody>
          <a:bodyPr/>
          <a:lstStyle/>
          <a:p>
            <a:endParaRPr lang="en-US" dirty="0"/>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4-Up Portrait with Captions">
    <p:spTree>
      <p:nvGrpSpPr>
        <p:cNvPr id="1" name=""/>
        <p:cNvGrpSpPr/>
        <p:nvPr/>
      </p:nvGrpSpPr>
      <p:grpSpPr>
        <a:xfrm>
          <a:off x="0" y="0"/>
          <a:ext cx="0" cy="0"/>
          <a:chOff x="0" y="0"/>
          <a:chExt cx="0" cy="0"/>
        </a:xfrm>
      </p:grpSpPr>
      <p:sp>
        <p:nvSpPr>
          <p:cNvPr id="31" name="Rectangle 7"/>
          <p:cNvSpPr>
            <a:spLocks noGrp="1"/>
          </p:cNvSpPr>
          <p:nvPr>
            <p:ph type="pic" sz="quarter" idx="14" hasCustomPrompt="1"/>
          </p:nvPr>
        </p:nvSpPr>
        <p:spPr>
          <a:xfrm>
            <a:off x="2229297" y="228600"/>
            <a:ext cx="2285214" cy="29718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3" name="Rectangle 7"/>
          <p:cNvSpPr>
            <a:spLocks noGrp="1"/>
          </p:cNvSpPr>
          <p:nvPr>
            <p:ph type="pic" sz="quarter" idx="26" hasCustomPrompt="1"/>
          </p:nvPr>
        </p:nvSpPr>
        <p:spPr>
          <a:xfrm>
            <a:off x="2229297" y="3365392"/>
            <a:ext cx="2285214" cy="29718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10" name="Rectangle 7"/>
          <p:cNvSpPr>
            <a:spLocks noGrp="1" noChangeAspect="1"/>
          </p:cNvSpPr>
          <p:nvPr>
            <p:ph type="pic" sz="quarter" idx="25" hasCustomPrompt="1"/>
          </p:nvPr>
        </p:nvSpPr>
        <p:spPr>
          <a:xfrm>
            <a:off x="4672217" y="228600"/>
            <a:ext cx="2286000" cy="29718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27" name="Rectangle 7"/>
          <p:cNvSpPr>
            <a:spLocks noGrp="1"/>
          </p:cNvSpPr>
          <p:nvPr>
            <p:ph type="pic" sz="quarter" idx="27" hasCustomPrompt="1"/>
          </p:nvPr>
        </p:nvSpPr>
        <p:spPr>
          <a:xfrm>
            <a:off x="4667697" y="3365392"/>
            <a:ext cx="2285214" cy="29718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6" name="Rectangle 7"/>
          <p:cNvSpPr>
            <a:spLocks noGrp="1"/>
          </p:cNvSpPr>
          <p:nvPr>
            <p:ph type="body" sz="quarter" idx="16" hasCustomPrompt="1"/>
          </p:nvPr>
        </p:nvSpPr>
        <p:spPr>
          <a:xfrm>
            <a:off x="400497" y="1295400"/>
            <a:ext cx="1676400" cy="1905000"/>
          </a:xfrm>
        </p:spPr>
        <p:txBody>
          <a:bodyPr anchor="b" anchorCtr="0">
            <a:noAutofit/>
          </a:bodyPr>
          <a:lstStyle>
            <a:lvl1pPr marL="0" marR="0" indent="0" algn="r" rtl="0" latinLnBrk="0">
              <a:spcBef>
                <a:spcPct val="20000"/>
              </a:spcBef>
              <a:buFontTx/>
              <a:buNone/>
              <a:defRPr sz="1600" baseline="0">
                <a:solidFill>
                  <a:schemeClr val="tx1"/>
                </a:solidFill>
                <a:latin typeface="+mn-lt"/>
                <a:ea typeface="+mn-ea"/>
                <a:cs typeface="+mn-cs"/>
              </a:defRPr>
            </a:lvl1pPr>
          </a:lstStyle>
          <a:p>
            <a:pPr lvl="0"/>
            <a:r>
              <a:rPr lang="en-US" dirty="0"/>
              <a:t>Click to add caption</a:t>
            </a:r>
          </a:p>
        </p:txBody>
      </p:sp>
      <p:sp>
        <p:nvSpPr>
          <p:cNvPr id="14" name="Rectangle 7"/>
          <p:cNvSpPr>
            <a:spLocks noGrp="1"/>
          </p:cNvSpPr>
          <p:nvPr>
            <p:ph type="body" sz="quarter" idx="29" hasCustomPrompt="1"/>
          </p:nvPr>
        </p:nvSpPr>
        <p:spPr>
          <a:xfrm>
            <a:off x="7086600" y="1295400"/>
            <a:ext cx="1676400" cy="1905000"/>
          </a:xfrm>
        </p:spPr>
        <p:txBody>
          <a:bodyPr anchor="b" anchorCtr="0"/>
          <a:lstStyle>
            <a:lvl1pPr marL="0" marR="0" indent="0" algn="l">
              <a:buFontTx/>
              <a:buNone/>
              <a:defRPr sz="1600" baseline="0"/>
            </a:lvl1pPr>
          </a:lstStyle>
          <a:p>
            <a:pPr lvl="0"/>
            <a:r>
              <a:rPr lang="en-US" dirty="0"/>
              <a:t>Click to add caption</a:t>
            </a:r>
          </a:p>
        </p:txBody>
      </p:sp>
      <p:sp>
        <p:nvSpPr>
          <p:cNvPr id="4" name="Rectangle 7"/>
          <p:cNvSpPr>
            <a:spLocks noGrp="1"/>
          </p:cNvSpPr>
          <p:nvPr>
            <p:ph type="body" sz="quarter" idx="28" hasCustomPrompt="1"/>
          </p:nvPr>
        </p:nvSpPr>
        <p:spPr>
          <a:xfrm>
            <a:off x="400497" y="3352800"/>
            <a:ext cx="1676400" cy="1905000"/>
          </a:xfrm>
        </p:spPr>
        <p:txBody>
          <a:bodyPr anchor="t" anchorCtr="0"/>
          <a:lstStyle>
            <a:lvl1pPr marL="0" marR="0" indent="0" algn="r">
              <a:buFontTx/>
              <a:buNone/>
              <a:defRPr sz="1600" baseline="0"/>
            </a:lvl1pPr>
          </a:lstStyle>
          <a:p>
            <a:pPr lvl="0"/>
            <a:r>
              <a:rPr lang="en-US" dirty="0"/>
              <a:t>Click to add caption</a:t>
            </a:r>
          </a:p>
        </p:txBody>
      </p:sp>
      <p:sp>
        <p:nvSpPr>
          <p:cNvPr id="13" name="Rectangle 7"/>
          <p:cNvSpPr>
            <a:spLocks noGrp="1"/>
          </p:cNvSpPr>
          <p:nvPr>
            <p:ph type="body" sz="quarter" idx="30" hasCustomPrompt="1"/>
          </p:nvPr>
        </p:nvSpPr>
        <p:spPr>
          <a:xfrm>
            <a:off x="7086600" y="3352800"/>
            <a:ext cx="1676400" cy="1905000"/>
          </a:xfrm>
        </p:spPr>
        <p:txBody>
          <a:bodyPr anchor="t" anchorCtr="0"/>
          <a:lstStyle>
            <a:lvl1pPr marL="0" marR="0" indent="0" algn="l">
              <a:buFontTx/>
              <a:buNone/>
              <a:defRPr sz="1600" baseline="0"/>
            </a:lvl1pPr>
          </a:lstStyle>
          <a:p>
            <a:pPr lvl="0"/>
            <a:r>
              <a:rPr lang="en-US" dirty="0"/>
              <a:t>Click to add caption</a:t>
            </a:r>
          </a:p>
        </p:txBody>
      </p:sp>
      <p:sp>
        <p:nvSpPr>
          <p:cNvPr id="11" name="Rectangle 10"/>
          <p:cNvSpPr>
            <a:spLocks noGrp="1"/>
          </p:cNvSpPr>
          <p:nvPr>
            <p:ph type="dt" sz="half" idx="31"/>
          </p:nvPr>
        </p:nvSpPr>
        <p:spPr/>
        <p:txBody>
          <a:bodyPr/>
          <a:lstStyle/>
          <a:p>
            <a:fld id="{F30C84A2-23CF-44F5-B813-5187ED5C7D1C}" type="datetimeFigureOut">
              <a:rPr lang="en-US" sz="1200" smtClean="0">
                <a:solidFill>
                  <a:schemeClr val="tx2"/>
                </a:solidFill>
              </a:rPr>
              <a:t>6/14/2026</a:t>
            </a:fld>
            <a:endParaRPr lang="en-US" dirty="0"/>
          </a:p>
        </p:txBody>
      </p:sp>
      <p:sp>
        <p:nvSpPr>
          <p:cNvPr id="12" name="Rectangle 11"/>
          <p:cNvSpPr>
            <a:spLocks noGrp="1"/>
          </p:cNvSpPr>
          <p:nvPr>
            <p:ph type="sldNum" sz="quarter" idx="32"/>
          </p:nvPr>
        </p:nvSpPr>
        <p:spPr/>
        <p:txBody>
          <a:bodyPr/>
          <a:lstStyle/>
          <a:p>
            <a:pPr algn="r"/>
            <a:fld id="{F99EC173-99AE-4773-AB25-02E469A13EAE}" type="slidenum">
              <a:rPr lang="en-US" sz="1200" smtClean="0">
                <a:solidFill>
                  <a:schemeClr val="tx2"/>
                </a:solidFill>
              </a:rPr>
              <a:t>‹#›</a:t>
            </a:fld>
            <a:endParaRPr lang="en-US" dirty="0"/>
          </a:p>
        </p:txBody>
      </p:sp>
      <p:sp>
        <p:nvSpPr>
          <p:cNvPr id="15" name="Rectangle 14"/>
          <p:cNvSpPr>
            <a:spLocks noGrp="1"/>
          </p:cNvSpPr>
          <p:nvPr>
            <p:ph type="ftr" sz="quarter" idx="33"/>
          </p:nvPr>
        </p:nvSpPr>
        <p:spPr/>
        <p:txBody>
          <a:bodyPr/>
          <a:lstStyle/>
          <a:p>
            <a:endParaRPr lang="en-US" dirty="0"/>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4-Up landscape with Caption">
    <p:spTree>
      <p:nvGrpSpPr>
        <p:cNvPr id="1" name=""/>
        <p:cNvGrpSpPr/>
        <p:nvPr/>
      </p:nvGrpSpPr>
      <p:grpSpPr>
        <a:xfrm>
          <a:off x="0" y="0"/>
          <a:ext cx="0" cy="0"/>
          <a:chOff x="0" y="0"/>
          <a:chExt cx="0" cy="0"/>
        </a:xfrm>
      </p:grpSpPr>
      <p:sp>
        <p:nvSpPr>
          <p:cNvPr id="24" name="Rectangle 7"/>
          <p:cNvSpPr>
            <a:spLocks noGrp="1"/>
          </p:cNvSpPr>
          <p:nvPr>
            <p:ph type="pic" sz="quarter" idx="14" hasCustomPrompt="1"/>
          </p:nvPr>
        </p:nvSpPr>
        <p:spPr>
          <a:xfrm>
            <a:off x="926821" y="533400"/>
            <a:ext cx="3653297" cy="27432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8" name="Rectangle 7"/>
          <p:cNvSpPr>
            <a:spLocks noGrp="1"/>
          </p:cNvSpPr>
          <p:nvPr>
            <p:ph type="body" sz="quarter" idx="16" hasCustomPrompt="1"/>
          </p:nvPr>
        </p:nvSpPr>
        <p:spPr>
          <a:xfrm>
            <a:off x="926821" y="6172200"/>
            <a:ext cx="3657600" cy="304800"/>
          </a:xfrm>
        </p:spPr>
        <p:txBody>
          <a:bodyPr lIns="9144" anchor="t" anchorCtr="0"/>
          <a:lstStyle>
            <a:lvl1pPr marL="0" marR="0" indent="0" algn="l">
              <a:buFontTx/>
              <a:buNone/>
              <a:defRPr sz="1600" baseline="0"/>
            </a:lvl1pPr>
          </a:lstStyle>
          <a:p>
            <a:pPr lvl="0"/>
            <a:r>
              <a:rPr lang="en-US" dirty="0"/>
              <a:t>Click to add caption</a:t>
            </a:r>
          </a:p>
        </p:txBody>
      </p:sp>
      <p:sp>
        <p:nvSpPr>
          <p:cNvPr id="9" name="Rectangle 7"/>
          <p:cNvSpPr>
            <a:spLocks noGrp="1"/>
          </p:cNvSpPr>
          <p:nvPr>
            <p:ph type="pic" sz="quarter" idx="17" hasCustomPrompt="1"/>
          </p:nvPr>
        </p:nvSpPr>
        <p:spPr>
          <a:xfrm>
            <a:off x="4660621" y="533400"/>
            <a:ext cx="3657600" cy="27432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6" name="Rectangle 7"/>
          <p:cNvSpPr>
            <a:spLocks noGrp="1"/>
          </p:cNvSpPr>
          <p:nvPr>
            <p:ph type="pic" sz="quarter" idx="18" hasCustomPrompt="1"/>
          </p:nvPr>
        </p:nvSpPr>
        <p:spPr>
          <a:xfrm>
            <a:off x="926821" y="3352800"/>
            <a:ext cx="3657600" cy="27432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14" name="Rectangle 7"/>
          <p:cNvSpPr>
            <a:spLocks noGrp="1"/>
          </p:cNvSpPr>
          <p:nvPr>
            <p:ph type="pic" sz="quarter" idx="19" hasCustomPrompt="1"/>
          </p:nvPr>
        </p:nvSpPr>
        <p:spPr>
          <a:xfrm>
            <a:off x="4660621" y="3352800"/>
            <a:ext cx="3657600" cy="27432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4" name="Rectangle 7"/>
          <p:cNvSpPr>
            <a:spLocks noGrp="1"/>
          </p:cNvSpPr>
          <p:nvPr>
            <p:ph type="body" sz="quarter" idx="22" hasCustomPrompt="1"/>
          </p:nvPr>
        </p:nvSpPr>
        <p:spPr>
          <a:xfrm>
            <a:off x="926821" y="152400"/>
            <a:ext cx="3657600" cy="304800"/>
          </a:xfrm>
        </p:spPr>
        <p:txBody>
          <a:bodyPr lIns="9144" anchor="t" anchorCtr="0"/>
          <a:lstStyle>
            <a:lvl1pPr marL="0" marR="0" indent="0" algn="l">
              <a:buFontTx/>
              <a:buNone/>
              <a:defRPr sz="1600" baseline="0"/>
            </a:lvl1pPr>
          </a:lstStyle>
          <a:p>
            <a:pPr lvl="0"/>
            <a:r>
              <a:rPr lang="en-US" dirty="0"/>
              <a:t>Click to add caption</a:t>
            </a:r>
          </a:p>
        </p:txBody>
      </p:sp>
      <p:sp>
        <p:nvSpPr>
          <p:cNvPr id="18" name="Rectangle 7"/>
          <p:cNvSpPr>
            <a:spLocks noGrp="1"/>
          </p:cNvSpPr>
          <p:nvPr>
            <p:ph type="body" sz="quarter" idx="23" hasCustomPrompt="1"/>
          </p:nvPr>
        </p:nvSpPr>
        <p:spPr>
          <a:xfrm>
            <a:off x="4660621" y="6172200"/>
            <a:ext cx="3657600" cy="304800"/>
          </a:xfrm>
        </p:spPr>
        <p:txBody>
          <a:bodyPr lIns="9144" anchor="t" anchorCtr="0"/>
          <a:lstStyle>
            <a:lvl1pPr marL="0" marR="0" indent="0" algn="l">
              <a:buFontTx/>
              <a:buNone/>
              <a:defRPr sz="1600" baseline="0"/>
            </a:lvl1pPr>
          </a:lstStyle>
          <a:p>
            <a:pPr lvl="0"/>
            <a:r>
              <a:rPr lang="en-US" dirty="0"/>
              <a:t>Click to add caption</a:t>
            </a:r>
          </a:p>
        </p:txBody>
      </p:sp>
      <p:sp>
        <p:nvSpPr>
          <p:cNvPr id="16" name="Rectangle 7"/>
          <p:cNvSpPr>
            <a:spLocks noGrp="1"/>
          </p:cNvSpPr>
          <p:nvPr>
            <p:ph type="body" sz="quarter" idx="24" hasCustomPrompt="1"/>
          </p:nvPr>
        </p:nvSpPr>
        <p:spPr>
          <a:xfrm>
            <a:off x="4660621" y="152400"/>
            <a:ext cx="3657600" cy="304800"/>
          </a:xfrm>
        </p:spPr>
        <p:txBody>
          <a:bodyPr lIns="9144" anchor="t" anchorCtr="0"/>
          <a:lstStyle>
            <a:lvl1pPr marL="0" marR="0" indent="0" algn="l">
              <a:buFontTx/>
              <a:buNone/>
              <a:defRPr sz="1600" baseline="0"/>
            </a:lvl1pPr>
          </a:lstStyle>
          <a:p>
            <a:pPr lvl="0"/>
            <a:r>
              <a:rPr lang="en-US" dirty="0"/>
              <a:t>Click to add caption</a:t>
            </a:r>
          </a:p>
        </p:txBody>
      </p:sp>
      <p:sp>
        <p:nvSpPr>
          <p:cNvPr id="10" name="Rectangle 9"/>
          <p:cNvSpPr>
            <a:spLocks noGrp="1"/>
          </p:cNvSpPr>
          <p:nvPr>
            <p:ph type="dt" sz="half" idx="25"/>
          </p:nvPr>
        </p:nvSpPr>
        <p:spPr/>
        <p:txBody>
          <a:bodyPr/>
          <a:lstStyle/>
          <a:p>
            <a:fld id="{F30C84A2-23CF-44F5-B813-5187ED5C7D1C}" type="datetimeFigureOut">
              <a:rPr lang="en-US" sz="1200" smtClean="0">
                <a:solidFill>
                  <a:schemeClr val="tx2"/>
                </a:solidFill>
              </a:rPr>
              <a:t>6/14/2026</a:t>
            </a:fld>
            <a:endParaRPr lang="en-US" dirty="0"/>
          </a:p>
        </p:txBody>
      </p:sp>
      <p:sp>
        <p:nvSpPr>
          <p:cNvPr id="11" name="Rectangle 10"/>
          <p:cNvSpPr>
            <a:spLocks noGrp="1"/>
          </p:cNvSpPr>
          <p:nvPr>
            <p:ph type="sldNum" sz="quarter" idx="26"/>
          </p:nvPr>
        </p:nvSpPr>
        <p:spPr/>
        <p:txBody>
          <a:bodyPr/>
          <a:lstStyle/>
          <a:p>
            <a:pPr algn="r"/>
            <a:fld id="{F99EC173-99AE-4773-AB25-02E469A13EAE}" type="slidenum">
              <a:rPr lang="en-US" sz="1200" smtClean="0">
                <a:solidFill>
                  <a:schemeClr val="tx2"/>
                </a:solidFill>
              </a:rPr>
              <a:t>‹#›</a:t>
            </a:fld>
            <a:endParaRPr lang="en-US" dirty="0"/>
          </a:p>
        </p:txBody>
      </p:sp>
      <p:sp>
        <p:nvSpPr>
          <p:cNvPr id="12" name="Rectangle 11"/>
          <p:cNvSpPr>
            <a:spLocks noGrp="1"/>
          </p:cNvSpPr>
          <p:nvPr>
            <p:ph type="ftr" sz="quarter" idx="27"/>
          </p:nvPr>
        </p:nvSpPr>
        <p:spPr/>
        <p:txBody>
          <a:bodyPr/>
          <a:lstStyle/>
          <a:p>
            <a:endParaRPr lang="en-US"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4-Up Portrait with Large Caption">
    <p:spTree>
      <p:nvGrpSpPr>
        <p:cNvPr id="1" name=""/>
        <p:cNvGrpSpPr/>
        <p:nvPr/>
      </p:nvGrpSpPr>
      <p:grpSpPr>
        <a:xfrm>
          <a:off x="0" y="0"/>
          <a:ext cx="0" cy="0"/>
          <a:chOff x="0" y="0"/>
          <a:chExt cx="0" cy="0"/>
        </a:xfrm>
      </p:grpSpPr>
      <p:sp>
        <p:nvSpPr>
          <p:cNvPr id="26" name="Rectangle 7"/>
          <p:cNvSpPr>
            <a:spLocks noGrp="1"/>
          </p:cNvSpPr>
          <p:nvPr>
            <p:ph type="pic" sz="quarter" idx="14" hasCustomPrompt="1"/>
          </p:nvPr>
        </p:nvSpPr>
        <p:spPr>
          <a:xfrm>
            <a:off x="152400" y="1524000"/>
            <a:ext cx="2106985" cy="2809311"/>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30" name="Rectangle 7"/>
          <p:cNvSpPr>
            <a:spLocks noGrp="1"/>
          </p:cNvSpPr>
          <p:nvPr>
            <p:ph type="pic" sz="quarter" idx="31" hasCustomPrompt="1"/>
          </p:nvPr>
        </p:nvSpPr>
        <p:spPr>
          <a:xfrm>
            <a:off x="4546600" y="1524000"/>
            <a:ext cx="2106985" cy="2809311"/>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7" name="Rectangle 7"/>
          <p:cNvSpPr>
            <a:spLocks noGrp="1"/>
          </p:cNvSpPr>
          <p:nvPr>
            <p:ph type="pic" sz="quarter" idx="30" hasCustomPrompt="1"/>
          </p:nvPr>
        </p:nvSpPr>
        <p:spPr>
          <a:xfrm>
            <a:off x="2349060" y="1524000"/>
            <a:ext cx="2106985" cy="2809311"/>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29" name="Rectangle 7"/>
          <p:cNvSpPr>
            <a:spLocks noGrp="1"/>
          </p:cNvSpPr>
          <p:nvPr>
            <p:ph type="pic" sz="quarter" idx="32" hasCustomPrompt="1"/>
          </p:nvPr>
        </p:nvSpPr>
        <p:spPr>
          <a:xfrm>
            <a:off x="6740166" y="1524000"/>
            <a:ext cx="2106985" cy="2809311"/>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24" name="Rectangle 7"/>
          <p:cNvSpPr>
            <a:spLocks noGrp="1"/>
          </p:cNvSpPr>
          <p:nvPr>
            <p:ph type="body" sz="quarter" idx="29" hasCustomPrompt="1"/>
          </p:nvPr>
        </p:nvSpPr>
        <p:spPr>
          <a:xfrm>
            <a:off x="152400" y="4495800"/>
            <a:ext cx="8763000" cy="1905000"/>
          </a:xfrm>
        </p:spPr>
        <p:txBody>
          <a:bodyPr anchor="t" anchorCtr="0"/>
          <a:lstStyle>
            <a:lvl1pPr marL="0" marR="0" indent="0" algn="l">
              <a:buFontTx/>
              <a:buNone/>
              <a:defRPr sz="2400" baseline="0"/>
            </a:lvl1pPr>
          </a:lstStyle>
          <a:p>
            <a:pPr lvl="0"/>
            <a:r>
              <a:rPr lang="en-US" dirty="0"/>
              <a:t>Click to add caption</a:t>
            </a:r>
          </a:p>
        </p:txBody>
      </p:sp>
      <p:sp>
        <p:nvSpPr>
          <p:cNvPr id="8" name="Rectangle 7"/>
          <p:cNvSpPr>
            <a:spLocks noGrp="1"/>
          </p:cNvSpPr>
          <p:nvPr>
            <p:ph type="dt" sz="half" idx="33"/>
          </p:nvPr>
        </p:nvSpPr>
        <p:spPr/>
        <p:txBody>
          <a:bodyPr/>
          <a:lstStyle/>
          <a:p>
            <a:fld id="{F30C84A2-23CF-44F5-B813-5187ED5C7D1C}" type="datetimeFigureOut">
              <a:rPr lang="en-US" sz="1200" smtClean="0">
                <a:solidFill>
                  <a:schemeClr val="tx2"/>
                </a:solidFill>
              </a:rPr>
              <a:t>6/14/2026</a:t>
            </a:fld>
            <a:endParaRPr lang="en-US" dirty="0"/>
          </a:p>
        </p:txBody>
      </p:sp>
      <p:sp>
        <p:nvSpPr>
          <p:cNvPr id="9" name="Rectangle 8"/>
          <p:cNvSpPr>
            <a:spLocks noGrp="1"/>
          </p:cNvSpPr>
          <p:nvPr>
            <p:ph type="sldNum" sz="quarter" idx="34"/>
          </p:nvPr>
        </p:nvSpPr>
        <p:spPr/>
        <p:txBody>
          <a:bodyPr/>
          <a:lstStyle/>
          <a:p>
            <a:pPr algn="r"/>
            <a:fld id="{F99EC173-99AE-4773-AB25-02E469A13EAE}" type="slidenum">
              <a:rPr lang="en-US" sz="1200" smtClean="0">
                <a:solidFill>
                  <a:schemeClr val="tx2"/>
                </a:solidFill>
              </a:rPr>
              <a:t>‹#›</a:t>
            </a:fld>
            <a:endParaRPr lang="en-US" dirty="0"/>
          </a:p>
        </p:txBody>
      </p:sp>
      <p:sp>
        <p:nvSpPr>
          <p:cNvPr id="10" name="Rectangle 9"/>
          <p:cNvSpPr>
            <a:spLocks noGrp="1"/>
          </p:cNvSpPr>
          <p:nvPr>
            <p:ph type="ftr" sz="quarter" idx="35"/>
          </p:nvPr>
        </p:nvSpPr>
        <p:spPr/>
        <p:txBody>
          <a:bodyPr/>
          <a:lstStyle/>
          <a:p>
            <a:endParaRPr lang="en-US" dirty="0"/>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4-Up: 1 Portrait with  3 Landscape">
    <p:spTree>
      <p:nvGrpSpPr>
        <p:cNvPr id="1" name=""/>
        <p:cNvGrpSpPr/>
        <p:nvPr/>
      </p:nvGrpSpPr>
      <p:grpSpPr>
        <a:xfrm>
          <a:off x="0" y="0"/>
          <a:ext cx="0" cy="0"/>
          <a:chOff x="0" y="0"/>
          <a:chExt cx="0" cy="0"/>
        </a:xfrm>
      </p:grpSpPr>
      <p:sp>
        <p:nvSpPr>
          <p:cNvPr id="26" name="Rectangle 7"/>
          <p:cNvSpPr>
            <a:spLocks noGrp="1"/>
          </p:cNvSpPr>
          <p:nvPr>
            <p:ph type="pic" sz="quarter" idx="14" hasCustomPrompt="1"/>
          </p:nvPr>
        </p:nvSpPr>
        <p:spPr>
          <a:xfrm>
            <a:off x="685800" y="257665"/>
            <a:ext cx="4617720" cy="61722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4" name="Rectangle 7"/>
          <p:cNvSpPr>
            <a:spLocks noGrp="1" noChangeAspect="1"/>
          </p:cNvSpPr>
          <p:nvPr>
            <p:ph type="pic" sz="quarter" idx="18" hasCustomPrompt="1"/>
          </p:nvPr>
        </p:nvSpPr>
        <p:spPr>
          <a:xfrm>
            <a:off x="5788848" y="257665"/>
            <a:ext cx="2438402" cy="18288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6" name="Rectangle 7"/>
          <p:cNvSpPr>
            <a:spLocks noGrp="1" noChangeAspect="1"/>
          </p:cNvSpPr>
          <p:nvPr>
            <p:ph type="pic" sz="quarter" idx="22" hasCustomPrompt="1"/>
          </p:nvPr>
        </p:nvSpPr>
        <p:spPr>
          <a:xfrm>
            <a:off x="5788848" y="2432657"/>
            <a:ext cx="2438402" cy="18288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14" name="Rectangle 7"/>
          <p:cNvSpPr>
            <a:spLocks noGrp="1" noChangeAspect="1"/>
          </p:cNvSpPr>
          <p:nvPr>
            <p:ph type="pic" sz="quarter" idx="23" hasCustomPrompt="1"/>
          </p:nvPr>
        </p:nvSpPr>
        <p:spPr>
          <a:xfrm>
            <a:off x="5788848" y="4607649"/>
            <a:ext cx="2438402" cy="18288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7" name="Rectangle 6"/>
          <p:cNvSpPr>
            <a:spLocks noGrp="1"/>
          </p:cNvSpPr>
          <p:nvPr>
            <p:ph type="dt" sz="half" idx="24"/>
          </p:nvPr>
        </p:nvSpPr>
        <p:spPr/>
        <p:txBody>
          <a:bodyPr/>
          <a:lstStyle/>
          <a:p>
            <a:fld id="{F30C84A2-23CF-44F5-B813-5187ED5C7D1C}" type="datetimeFigureOut">
              <a:rPr lang="en-US" sz="1200" smtClean="0">
                <a:solidFill>
                  <a:schemeClr val="tx2"/>
                </a:solidFill>
              </a:rPr>
              <a:t>6/14/2026</a:t>
            </a:fld>
            <a:endParaRPr lang="en-US" dirty="0"/>
          </a:p>
        </p:txBody>
      </p:sp>
      <p:sp>
        <p:nvSpPr>
          <p:cNvPr id="8" name="Rectangle 7"/>
          <p:cNvSpPr>
            <a:spLocks noGrp="1"/>
          </p:cNvSpPr>
          <p:nvPr>
            <p:ph type="sldNum" sz="quarter" idx="25"/>
          </p:nvPr>
        </p:nvSpPr>
        <p:spPr/>
        <p:txBody>
          <a:bodyPr/>
          <a:lstStyle/>
          <a:p>
            <a:pPr algn="r"/>
            <a:fld id="{F99EC173-99AE-4773-AB25-02E469A13EAE}" type="slidenum">
              <a:rPr lang="en-US" sz="1200" smtClean="0">
                <a:solidFill>
                  <a:schemeClr val="tx2"/>
                </a:solidFill>
              </a:rPr>
              <a:t>‹#›</a:t>
            </a:fld>
            <a:endParaRPr lang="en-US" dirty="0"/>
          </a:p>
        </p:txBody>
      </p:sp>
      <p:sp>
        <p:nvSpPr>
          <p:cNvPr id="9" name="Rectangle 8"/>
          <p:cNvSpPr>
            <a:spLocks noGrp="1"/>
          </p:cNvSpPr>
          <p:nvPr>
            <p:ph type="ftr" sz="quarter" idx="26"/>
          </p:nvPr>
        </p:nvSpPr>
        <p:spPr/>
        <p:txBody>
          <a:bodyPr/>
          <a:lstStyle/>
          <a:p>
            <a:endParaRPr lang="en-US"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5-up: 3 Landscape with 2 Portrait">
    <p:spTree>
      <p:nvGrpSpPr>
        <p:cNvPr id="1" name=""/>
        <p:cNvGrpSpPr/>
        <p:nvPr/>
      </p:nvGrpSpPr>
      <p:grpSpPr>
        <a:xfrm>
          <a:off x="0" y="0"/>
          <a:ext cx="0" cy="0"/>
          <a:chOff x="0" y="0"/>
          <a:chExt cx="0" cy="0"/>
        </a:xfrm>
      </p:grpSpPr>
      <p:sp>
        <p:nvSpPr>
          <p:cNvPr id="9" name="Rectangle 7"/>
          <p:cNvSpPr>
            <a:spLocks noGrp="1"/>
          </p:cNvSpPr>
          <p:nvPr>
            <p:ph type="pic" sz="quarter" idx="14" hasCustomPrompt="1"/>
          </p:nvPr>
        </p:nvSpPr>
        <p:spPr>
          <a:xfrm>
            <a:off x="609600" y="3429000"/>
            <a:ext cx="2070154" cy="29718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27" name="Rectangle 7"/>
          <p:cNvSpPr>
            <a:spLocks noGrp="1"/>
          </p:cNvSpPr>
          <p:nvPr>
            <p:ph type="pic" sz="quarter" idx="17" hasCustomPrompt="1"/>
          </p:nvPr>
        </p:nvSpPr>
        <p:spPr>
          <a:xfrm>
            <a:off x="3033848" y="228600"/>
            <a:ext cx="5562600" cy="417195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31" name="Rectangle 7"/>
          <p:cNvSpPr>
            <a:spLocks noGrp="1"/>
          </p:cNvSpPr>
          <p:nvPr>
            <p:ph type="pic" sz="quarter" idx="26" hasCustomPrompt="1"/>
          </p:nvPr>
        </p:nvSpPr>
        <p:spPr>
          <a:xfrm>
            <a:off x="609600" y="228600"/>
            <a:ext cx="2070154" cy="29718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26" name="Rectangle 7"/>
          <p:cNvSpPr>
            <a:spLocks noGrp="1" noChangeAspect="1"/>
          </p:cNvSpPr>
          <p:nvPr>
            <p:ph type="pic" sz="quarter" idx="27" hasCustomPrompt="1"/>
          </p:nvPr>
        </p:nvSpPr>
        <p:spPr>
          <a:xfrm>
            <a:off x="5943600" y="4495800"/>
            <a:ext cx="2666999" cy="187452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23" name="Rectangle 7"/>
          <p:cNvSpPr>
            <a:spLocks noGrp="1" noChangeAspect="1"/>
          </p:cNvSpPr>
          <p:nvPr>
            <p:ph type="pic" sz="quarter" idx="28" hasCustomPrompt="1"/>
          </p:nvPr>
        </p:nvSpPr>
        <p:spPr>
          <a:xfrm>
            <a:off x="3033848" y="4495800"/>
            <a:ext cx="2757352" cy="187452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7" name="Rectangle 6"/>
          <p:cNvSpPr>
            <a:spLocks noGrp="1"/>
          </p:cNvSpPr>
          <p:nvPr>
            <p:ph type="dt" sz="half" idx="29"/>
          </p:nvPr>
        </p:nvSpPr>
        <p:spPr/>
        <p:txBody>
          <a:bodyPr/>
          <a:lstStyle/>
          <a:p>
            <a:fld id="{F30C84A2-23CF-44F5-B813-5187ED5C7D1C}" type="datetimeFigureOut">
              <a:rPr lang="en-US" sz="1200" smtClean="0">
                <a:solidFill>
                  <a:schemeClr val="tx2"/>
                </a:solidFill>
              </a:rPr>
              <a:t>6/14/2026</a:t>
            </a:fld>
            <a:endParaRPr lang="en-US" dirty="0"/>
          </a:p>
        </p:txBody>
      </p:sp>
      <p:sp>
        <p:nvSpPr>
          <p:cNvPr id="8" name="Rectangle 7"/>
          <p:cNvSpPr>
            <a:spLocks noGrp="1"/>
          </p:cNvSpPr>
          <p:nvPr>
            <p:ph type="sldNum" sz="quarter" idx="30"/>
          </p:nvPr>
        </p:nvSpPr>
        <p:spPr/>
        <p:txBody>
          <a:bodyPr/>
          <a:lstStyle/>
          <a:p>
            <a:pPr algn="r"/>
            <a:fld id="{F99EC173-99AE-4773-AB25-02E469A13EAE}" type="slidenum">
              <a:rPr lang="en-US" sz="1200" smtClean="0">
                <a:solidFill>
                  <a:schemeClr val="tx2"/>
                </a:solidFill>
              </a:rPr>
              <a:t>‹#›</a:t>
            </a:fld>
            <a:endParaRPr lang="en-US" dirty="0"/>
          </a:p>
        </p:txBody>
      </p:sp>
      <p:sp>
        <p:nvSpPr>
          <p:cNvPr id="10" name="Rectangle 9"/>
          <p:cNvSpPr>
            <a:spLocks noGrp="1"/>
          </p:cNvSpPr>
          <p:nvPr>
            <p:ph type="ftr" sz="quarter" idx="31"/>
          </p:nvPr>
        </p:nvSpPr>
        <p:spPr/>
        <p:txBody>
          <a:bodyPr/>
          <a:lstStyle/>
          <a:p>
            <a:endParaRPr lang="en-US" dirty="0"/>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5-Up: 3 Portrait with 2 Landscape">
    <p:spTree>
      <p:nvGrpSpPr>
        <p:cNvPr id="1" name=""/>
        <p:cNvGrpSpPr/>
        <p:nvPr/>
      </p:nvGrpSpPr>
      <p:grpSpPr>
        <a:xfrm>
          <a:off x="0" y="0"/>
          <a:ext cx="0" cy="0"/>
          <a:chOff x="0" y="0"/>
          <a:chExt cx="0" cy="0"/>
        </a:xfrm>
      </p:grpSpPr>
      <p:sp>
        <p:nvSpPr>
          <p:cNvPr id="17" name="Rectangle 7"/>
          <p:cNvSpPr>
            <a:spLocks noGrp="1"/>
          </p:cNvSpPr>
          <p:nvPr>
            <p:ph type="pic" sz="quarter" idx="26" hasCustomPrompt="1"/>
          </p:nvPr>
        </p:nvSpPr>
        <p:spPr>
          <a:xfrm>
            <a:off x="512134" y="3124200"/>
            <a:ext cx="2606040" cy="32766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23" name="Rectangle 7"/>
          <p:cNvSpPr>
            <a:spLocks noGrp="1"/>
          </p:cNvSpPr>
          <p:nvPr>
            <p:ph type="pic" sz="quarter" idx="29" hasCustomPrompt="1"/>
          </p:nvPr>
        </p:nvSpPr>
        <p:spPr>
          <a:xfrm>
            <a:off x="512134" y="228600"/>
            <a:ext cx="3962400" cy="27432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30" name="Rectangle 7"/>
          <p:cNvSpPr>
            <a:spLocks noGrp="1"/>
          </p:cNvSpPr>
          <p:nvPr>
            <p:ph type="pic" sz="quarter" idx="30" hasCustomPrompt="1"/>
          </p:nvPr>
        </p:nvSpPr>
        <p:spPr>
          <a:xfrm>
            <a:off x="4718374" y="228600"/>
            <a:ext cx="3962400" cy="27432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22" name="Rectangle 7"/>
          <p:cNvSpPr>
            <a:spLocks noGrp="1"/>
          </p:cNvSpPr>
          <p:nvPr>
            <p:ph type="pic" sz="quarter" idx="27" hasCustomPrompt="1"/>
          </p:nvPr>
        </p:nvSpPr>
        <p:spPr>
          <a:xfrm>
            <a:off x="3293434" y="3124200"/>
            <a:ext cx="2606040" cy="32766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31" name="Rectangle 7"/>
          <p:cNvSpPr>
            <a:spLocks noGrp="1"/>
          </p:cNvSpPr>
          <p:nvPr>
            <p:ph type="pic" sz="quarter" idx="28" hasCustomPrompt="1"/>
          </p:nvPr>
        </p:nvSpPr>
        <p:spPr>
          <a:xfrm>
            <a:off x="6074734" y="3124200"/>
            <a:ext cx="2606040" cy="32766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7" name="Rectangle 6"/>
          <p:cNvSpPr>
            <a:spLocks noGrp="1"/>
          </p:cNvSpPr>
          <p:nvPr>
            <p:ph type="dt" sz="half" idx="31"/>
          </p:nvPr>
        </p:nvSpPr>
        <p:spPr/>
        <p:txBody>
          <a:bodyPr/>
          <a:lstStyle/>
          <a:p>
            <a:fld id="{F30C84A2-23CF-44F5-B813-5187ED5C7D1C}" type="datetimeFigureOut">
              <a:rPr lang="en-US" sz="1200" smtClean="0">
                <a:solidFill>
                  <a:schemeClr val="tx2"/>
                </a:solidFill>
              </a:rPr>
              <a:t>6/14/2026</a:t>
            </a:fld>
            <a:endParaRPr lang="en-US" dirty="0"/>
          </a:p>
        </p:txBody>
      </p:sp>
      <p:sp>
        <p:nvSpPr>
          <p:cNvPr id="8" name="Rectangle 7"/>
          <p:cNvSpPr>
            <a:spLocks noGrp="1"/>
          </p:cNvSpPr>
          <p:nvPr>
            <p:ph type="sldNum" sz="quarter" idx="32"/>
          </p:nvPr>
        </p:nvSpPr>
        <p:spPr/>
        <p:txBody>
          <a:bodyPr/>
          <a:lstStyle/>
          <a:p>
            <a:pPr algn="r"/>
            <a:fld id="{F99EC173-99AE-4773-AB25-02E469A13EAE}" type="slidenum">
              <a:rPr lang="en-US" sz="1200" smtClean="0">
                <a:solidFill>
                  <a:schemeClr val="tx2"/>
                </a:solidFill>
              </a:rPr>
              <a:t>‹#›</a:t>
            </a:fld>
            <a:endParaRPr lang="en-US" dirty="0"/>
          </a:p>
        </p:txBody>
      </p:sp>
      <p:sp>
        <p:nvSpPr>
          <p:cNvPr id="9" name="Rectangle 8"/>
          <p:cNvSpPr>
            <a:spLocks noGrp="1"/>
          </p:cNvSpPr>
          <p:nvPr>
            <p:ph type="ftr" sz="quarter" idx="33"/>
          </p:nvPr>
        </p:nvSpPr>
        <p:spPr/>
        <p:txBody>
          <a:bodyPr/>
          <a:lstStyle/>
          <a:p>
            <a:endParaRPr lang="en-US"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quare with Caption">
    <p:spTree>
      <p:nvGrpSpPr>
        <p:cNvPr id="1" name=""/>
        <p:cNvGrpSpPr/>
        <p:nvPr/>
      </p:nvGrpSpPr>
      <p:grpSpPr>
        <a:xfrm>
          <a:off x="0" y="0"/>
          <a:ext cx="0" cy="0"/>
          <a:chOff x="0" y="0"/>
          <a:chExt cx="0" cy="0"/>
        </a:xfrm>
      </p:grpSpPr>
      <p:sp>
        <p:nvSpPr>
          <p:cNvPr id="4" name="W¥ل云玗İαЂôÁûÂÚ丫:Pïçtúrê Plå¢éhõlðér 表¥鷗字㌍ 表_W 3"/>
          <p:cNvSpPr>
            <a:spLocks noGrp="1" noChangeAspect="1"/>
          </p:cNvSpPr>
          <p:nvPr>
            <p:ph type="pic" sz="quarter" idx="10" hasCustomPrompt="1"/>
          </p:nvPr>
        </p:nvSpPr>
        <p:spPr>
          <a:xfrm>
            <a:off x="3050273" y="1600200"/>
            <a:ext cx="3198127" cy="32004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1905" algn="ctr" rtl="0" latinLnBrk="0">
              <a:spcBef>
                <a:spcPct val="20000"/>
              </a:spcBef>
              <a:buFontTx/>
              <a:buNone/>
            </a:pPr>
            <a:r>
              <a:rPr lang="en-US" altLang="zh-CN" sz="2400" i="0"/>
              <a:t>Drag picture to placeholder or click icon to add</a:t>
            </a:r>
            <a:endParaRPr lang="en-US" sz="2400" i="0" dirty="0"/>
          </a:p>
        </p:txBody>
      </p:sp>
      <p:sp>
        <p:nvSpPr>
          <p:cNvPr id="7" name="W¥ل云玗İαЂÕØÚáÛ丫:Téxt Plàçèhòlðêr 表¥鷗字㌍_W 6"/>
          <p:cNvSpPr>
            <a:spLocks noGrp="1"/>
          </p:cNvSpPr>
          <p:nvPr>
            <p:ph type="body" sz="quarter" idx="15" hasCustomPrompt="1"/>
          </p:nvPr>
        </p:nvSpPr>
        <p:spPr>
          <a:xfrm>
            <a:off x="3048000" y="4876800"/>
            <a:ext cx="3200400" cy="1295400"/>
          </a:xfrm>
        </p:spPr>
        <p:txBody>
          <a:bodyPr tIns="91440" rIns="9144" bIns="91440" anchor="t"/>
          <a:lstStyle>
            <a:lvl1pPr marL="0" marR="0" indent="0" algn="l">
              <a:buFontTx/>
              <a:buNone/>
              <a:defRPr sz="1800" i="0"/>
            </a:lvl1pPr>
          </a:lstStyle>
          <a:p>
            <a:pPr lvl="0"/>
            <a:r>
              <a:rPr lang="en-US" dirty="0"/>
              <a:t>Click to add caption</a:t>
            </a:r>
          </a:p>
        </p:txBody>
      </p:sp>
      <p:sp>
        <p:nvSpPr>
          <p:cNvPr id="5" name="Rectangle 4"/>
          <p:cNvSpPr>
            <a:spLocks noGrp="1"/>
          </p:cNvSpPr>
          <p:nvPr>
            <p:ph type="dt" sz="half" idx="16"/>
          </p:nvPr>
        </p:nvSpPr>
        <p:spPr/>
        <p:txBody>
          <a:bodyPr/>
          <a:lstStyle/>
          <a:p>
            <a:fld id="{F30C84A2-23CF-44F5-B813-5187ED5C7D1C}" type="datetimeFigureOut">
              <a:rPr lang="en-US" sz="1200" smtClean="0">
                <a:solidFill>
                  <a:schemeClr val="tx2"/>
                </a:solidFill>
              </a:rPr>
              <a:t>6/14/2026</a:t>
            </a:fld>
            <a:endParaRPr lang="en-US" dirty="0"/>
          </a:p>
        </p:txBody>
      </p:sp>
      <p:sp>
        <p:nvSpPr>
          <p:cNvPr id="6" name="Rectangle 5"/>
          <p:cNvSpPr>
            <a:spLocks noGrp="1"/>
          </p:cNvSpPr>
          <p:nvPr>
            <p:ph type="sldNum" sz="quarter" idx="17"/>
          </p:nvPr>
        </p:nvSpPr>
        <p:spPr/>
        <p:txBody>
          <a:bodyPr/>
          <a:lstStyle/>
          <a:p>
            <a:pPr algn="r"/>
            <a:fld id="{F99EC173-99AE-4773-AB25-02E469A13EAE}" type="slidenum">
              <a:rPr lang="en-US" sz="1200" smtClean="0">
                <a:solidFill>
                  <a:schemeClr val="tx2"/>
                </a:solidFill>
              </a:rPr>
              <a:t>‹#›</a:t>
            </a:fld>
            <a:endParaRPr lang="en-US" dirty="0"/>
          </a:p>
        </p:txBody>
      </p:sp>
      <p:sp>
        <p:nvSpPr>
          <p:cNvPr id="8" name="Rectangle 7"/>
          <p:cNvSpPr>
            <a:spLocks noGrp="1"/>
          </p:cNvSpPr>
          <p:nvPr>
            <p:ph type="ftr" sz="quarter" idx="18"/>
          </p:nvPr>
        </p:nvSpPr>
        <p:spPr/>
        <p:txBody>
          <a:bodyPr/>
          <a:lstStyle/>
          <a:p>
            <a:endParaRPr lang="en-US"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Up Square with Caption">
    <p:spTree>
      <p:nvGrpSpPr>
        <p:cNvPr id="1" name=""/>
        <p:cNvGrpSpPr/>
        <p:nvPr/>
      </p:nvGrpSpPr>
      <p:grpSpPr>
        <a:xfrm>
          <a:off x="0" y="0"/>
          <a:ext cx="0" cy="0"/>
          <a:chOff x="0" y="0"/>
          <a:chExt cx="0" cy="0"/>
        </a:xfrm>
      </p:grpSpPr>
      <p:sp>
        <p:nvSpPr>
          <p:cNvPr id="4" name="W¥ل云玗İαЂôÁûÂÚ丫:Pïçtúrê Plå¢éhõlðér 表¥鷗字㌍ 表_W 3"/>
          <p:cNvSpPr>
            <a:spLocks noGrp="1" noChangeAspect="1"/>
          </p:cNvSpPr>
          <p:nvPr>
            <p:ph type="pic" sz="quarter" idx="10" hasCustomPrompt="1"/>
          </p:nvPr>
        </p:nvSpPr>
        <p:spPr>
          <a:xfrm>
            <a:off x="4955273" y="1371600"/>
            <a:ext cx="3198127" cy="32004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1905" algn="ctr" rtl="0" latinLnBrk="0">
              <a:spcBef>
                <a:spcPct val="20000"/>
              </a:spcBef>
              <a:buFontTx/>
              <a:buNone/>
            </a:pPr>
            <a:r>
              <a:rPr lang="en-US" altLang="zh-CN" sz="2400" i="0"/>
              <a:t>Drag picture to placeholder or click icon to add</a:t>
            </a:r>
            <a:endParaRPr lang="en-US" sz="2400" i="0" dirty="0"/>
          </a:p>
        </p:txBody>
      </p:sp>
      <p:sp>
        <p:nvSpPr>
          <p:cNvPr id="6" name="W¥ل云玗İαЂôÁûÂÚ丫:Pïçtúrê Plå¢éhõlðér 表¥鷗字㌍ 表_W 5"/>
          <p:cNvSpPr>
            <a:spLocks noGrp="1" noChangeAspect="1"/>
          </p:cNvSpPr>
          <p:nvPr>
            <p:ph type="pic" sz="quarter" idx="14" hasCustomPrompt="1"/>
          </p:nvPr>
        </p:nvSpPr>
        <p:spPr>
          <a:xfrm>
            <a:off x="1143000" y="1371600"/>
            <a:ext cx="3198127" cy="32004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1905" algn="ctr" rtl="0" latinLnBrk="0">
              <a:spcBef>
                <a:spcPct val="20000"/>
              </a:spcBef>
              <a:buFontTx/>
              <a:buNone/>
            </a:pPr>
            <a:r>
              <a:rPr lang="en-US" altLang="zh-CN" sz="2400" i="0"/>
              <a:t>Drag picture to placeholder or click icon to add</a:t>
            </a:r>
            <a:endParaRPr lang="en-US" sz="2400" i="0" dirty="0"/>
          </a:p>
        </p:txBody>
      </p:sp>
      <p:sp>
        <p:nvSpPr>
          <p:cNvPr id="7" name="W¥ل云玗İαЂÕØÚáÛ丫:Téxt Plàçèhòlðêr 表¥鷗字㌍_W 6"/>
          <p:cNvSpPr>
            <a:spLocks noGrp="1"/>
          </p:cNvSpPr>
          <p:nvPr>
            <p:ph type="body" sz="quarter" idx="15" hasCustomPrompt="1"/>
          </p:nvPr>
        </p:nvSpPr>
        <p:spPr>
          <a:xfrm>
            <a:off x="4953000" y="4648200"/>
            <a:ext cx="3200400" cy="1295400"/>
          </a:xfrm>
        </p:spPr>
        <p:txBody>
          <a:bodyPr tIns="91440" rIns="9144" bIns="91440" anchor="t"/>
          <a:lstStyle>
            <a:lvl1pPr marL="0" marR="0" indent="0" algn="l">
              <a:buFontTx/>
              <a:buNone/>
              <a:defRPr sz="1800" i="0"/>
            </a:lvl1pPr>
          </a:lstStyle>
          <a:p>
            <a:pPr lvl="0"/>
            <a:r>
              <a:rPr lang="en-US" dirty="0"/>
              <a:t>Click to add caption</a:t>
            </a:r>
          </a:p>
        </p:txBody>
      </p:sp>
      <p:sp>
        <p:nvSpPr>
          <p:cNvPr id="8" name="W¥ل云玗İαЂÕØÚáÛ丫:Téxt Plàçèhòlðêr 表¥鷗字㌍_W 7"/>
          <p:cNvSpPr>
            <a:spLocks noGrp="1"/>
          </p:cNvSpPr>
          <p:nvPr>
            <p:ph type="body" sz="quarter" idx="16" hasCustomPrompt="1"/>
          </p:nvPr>
        </p:nvSpPr>
        <p:spPr>
          <a:xfrm>
            <a:off x="1143000" y="4648200"/>
            <a:ext cx="3200400" cy="1295400"/>
          </a:xfrm>
        </p:spPr>
        <p:txBody>
          <a:bodyPr tIns="91440" rIns="9144" bIns="91440" anchor="t"/>
          <a:lstStyle>
            <a:lvl1pPr marL="0" marR="0" indent="0" algn="l">
              <a:buFontTx/>
              <a:buNone/>
              <a:defRPr sz="1800" i="0"/>
            </a:lvl1pPr>
          </a:lstStyle>
          <a:p>
            <a:pPr lvl="0"/>
            <a:r>
              <a:rPr lang="en-US" dirty="0"/>
              <a:t>Click to add caption</a:t>
            </a:r>
          </a:p>
        </p:txBody>
      </p:sp>
      <p:sp>
        <p:nvSpPr>
          <p:cNvPr id="9" name="Rectangle 8"/>
          <p:cNvSpPr>
            <a:spLocks noGrp="1"/>
          </p:cNvSpPr>
          <p:nvPr>
            <p:ph type="dt" sz="half" idx="17"/>
          </p:nvPr>
        </p:nvSpPr>
        <p:spPr/>
        <p:txBody>
          <a:bodyPr/>
          <a:lstStyle/>
          <a:p>
            <a:fld id="{F30C84A2-23CF-44F5-B813-5187ED5C7D1C}" type="datetimeFigureOut">
              <a:rPr lang="en-US" sz="1200" smtClean="0">
                <a:solidFill>
                  <a:schemeClr val="tx2"/>
                </a:solidFill>
              </a:rPr>
              <a:t>6/14/2026</a:t>
            </a:fld>
            <a:endParaRPr lang="en-US" dirty="0"/>
          </a:p>
        </p:txBody>
      </p:sp>
      <p:sp>
        <p:nvSpPr>
          <p:cNvPr id="10" name="Rectangle 9"/>
          <p:cNvSpPr>
            <a:spLocks noGrp="1"/>
          </p:cNvSpPr>
          <p:nvPr>
            <p:ph type="sldNum" sz="quarter" idx="18"/>
          </p:nvPr>
        </p:nvSpPr>
        <p:spPr/>
        <p:txBody>
          <a:bodyPr/>
          <a:lstStyle/>
          <a:p>
            <a:pPr algn="r"/>
            <a:fld id="{F99EC173-99AE-4773-AB25-02E469A13EAE}" type="slidenum">
              <a:rPr lang="en-US" sz="1200" smtClean="0">
                <a:solidFill>
                  <a:schemeClr val="tx2"/>
                </a:solidFill>
              </a:rPr>
              <a:t>‹#›</a:t>
            </a:fld>
            <a:endParaRPr lang="en-US" dirty="0"/>
          </a:p>
        </p:txBody>
      </p:sp>
      <p:sp>
        <p:nvSpPr>
          <p:cNvPr id="11" name="Rectangle 10"/>
          <p:cNvSpPr>
            <a:spLocks noGrp="1"/>
          </p:cNvSpPr>
          <p:nvPr>
            <p:ph type="ftr" sz="quarter" idx="19"/>
          </p:nvPr>
        </p:nvSpPr>
        <p:spPr/>
        <p:txBody>
          <a:bodyPr/>
          <a:lstStyle/>
          <a:p>
            <a:endParaRPr lang="en-US" dirty="0"/>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Panorama">
    <p:spTree>
      <p:nvGrpSpPr>
        <p:cNvPr id="1" name=""/>
        <p:cNvGrpSpPr/>
        <p:nvPr/>
      </p:nvGrpSpPr>
      <p:grpSpPr>
        <a:xfrm>
          <a:off x="0" y="0"/>
          <a:ext cx="0" cy="0"/>
          <a:chOff x="0" y="0"/>
          <a:chExt cx="0" cy="0"/>
        </a:xfrm>
      </p:grpSpPr>
      <p:sp>
        <p:nvSpPr>
          <p:cNvPr id="3" name="W¥ل云玗İαЂôÁûÂÚ丫:Pïçtúrê Plå¢éhõlðér 表¥鷗字㌍ 表_W 2"/>
          <p:cNvSpPr>
            <a:spLocks noGrp="1"/>
          </p:cNvSpPr>
          <p:nvPr>
            <p:ph type="pic" sz="quarter" idx="30" hasCustomPrompt="1"/>
          </p:nvPr>
        </p:nvSpPr>
        <p:spPr>
          <a:xfrm>
            <a:off x="457200" y="2057400"/>
            <a:ext cx="8229600" cy="27432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rtl="0" latinLnBrk="0">
              <a:buFontTx/>
              <a:buNone/>
            </a:pPr>
            <a:r>
              <a:rPr lang="en-US" altLang="zh-CN"/>
              <a:t>Drag picture to placeholder or click icon to add</a:t>
            </a:r>
            <a:endParaRPr lang="en-US" dirty="0"/>
          </a:p>
        </p:txBody>
      </p:sp>
      <p:sp>
        <p:nvSpPr>
          <p:cNvPr id="4" name="W¥ل云玗İαЂÕØÚáÛ丫:Téxt Plàçèhòlðêr 表¥鷗字㌍_W 3"/>
          <p:cNvSpPr>
            <a:spLocks noGrp="1"/>
          </p:cNvSpPr>
          <p:nvPr>
            <p:ph type="body" sz="quarter" idx="12" hasCustomPrompt="1"/>
          </p:nvPr>
        </p:nvSpPr>
        <p:spPr>
          <a:xfrm>
            <a:off x="457200" y="4876800"/>
            <a:ext cx="8229600" cy="1447800"/>
          </a:xfrm>
        </p:spPr>
        <p:txBody>
          <a:bodyPr tIns="91440" rIns="9144" bIns="91440" anchor="t"/>
          <a:lstStyle>
            <a:lvl1pPr marL="0" marR="0" indent="0" algn="l">
              <a:buFontTx/>
              <a:buNone/>
              <a:defRPr sz="1800" i="0"/>
            </a:lvl1pPr>
          </a:lstStyle>
          <a:p>
            <a:pPr lvl="0"/>
            <a:r>
              <a:rPr lang="en-US" dirty="0"/>
              <a:t>Click to add caption</a:t>
            </a:r>
          </a:p>
        </p:txBody>
      </p:sp>
      <p:sp>
        <p:nvSpPr>
          <p:cNvPr id="5" name="Rectangle 4"/>
          <p:cNvSpPr>
            <a:spLocks noGrp="1"/>
          </p:cNvSpPr>
          <p:nvPr>
            <p:ph type="dt" sz="half" idx="31"/>
          </p:nvPr>
        </p:nvSpPr>
        <p:spPr/>
        <p:txBody>
          <a:bodyPr/>
          <a:lstStyle/>
          <a:p>
            <a:fld id="{F30C84A2-23CF-44F5-B813-5187ED5C7D1C}" type="datetimeFigureOut">
              <a:rPr lang="en-US" sz="1200" smtClean="0">
                <a:solidFill>
                  <a:schemeClr val="tx2"/>
                </a:solidFill>
              </a:rPr>
              <a:t>6/14/2026</a:t>
            </a:fld>
            <a:endParaRPr lang="en-US" dirty="0"/>
          </a:p>
        </p:txBody>
      </p:sp>
      <p:sp>
        <p:nvSpPr>
          <p:cNvPr id="6" name="Rectangle 5"/>
          <p:cNvSpPr>
            <a:spLocks noGrp="1"/>
          </p:cNvSpPr>
          <p:nvPr>
            <p:ph type="sldNum" sz="quarter" idx="32"/>
          </p:nvPr>
        </p:nvSpPr>
        <p:spPr/>
        <p:txBody>
          <a:bodyPr/>
          <a:lstStyle/>
          <a:p>
            <a:pPr algn="r"/>
            <a:fld id="{F99EC173-99AE-4773-AB25-02E469A13EAE}" type="slidenum">
              <a:rPr lang="en-US" sz="1200" smtClean="0">
                <a:solidFill>
                  <a:schemeClr val="tx2"/>
                </a:solidFill>
              </a:rPr>
              <a:t>‹#›</a:t>
            </a:fld>
            <a:endParaRPr lang="en-US" dirty="0"/>
          </a:p>
        </p:txBody>
      </p:sp>
      <p:sp>
        <p:nvSpPr>
          <p:cNvPr id="7" name="Rectangle 6"/>
          <p:cNvSpPr>
            <a:spLocks noGrp="1"/>
          </p:cNvSpPr>
          <p:nvPr>
            <p:ph type="ftr" sz="quarter" idx="33"/>
          </p:nvPr>
        </p:nvSpPr>
        <p:spPr/>
        <p:txBody>
          <a:bodyPr/>
          <a:lstStyle/>
          <a:p>
            <a:endParaRPr lang="en-US" dirty="0"/>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ctr"/>
          <a:lstStyle/>
          <a:p>
            <a:r>
              <a:rPr lang="en-US" altLang="zh-CN" noProof="1"/>
              <a:t>Click to edit Master title style</a:t>
            </a:r>
            <a:endParaRPr lang="en-US"/>
          </a:p>
        </p:txBody>
      </p:sp>
      <p:sp>
        <p:nvSpPr>
          <p:cNvPr id="14" name="Rectangle 6"/>
          <p:cNvSpPr>
            <a:spLocks noGrp="1"/>
          </p:cNvSpPr>
          <p:nvPr>
            <p:ph idx="1"/>
          </p:nvPr>
        </p:nvSpPr>
        <p:spPr/>
        <p:txBody>
          <a:bodyPr/>
          <a:lstStyle/>
          <a:p>
            <a:pPr lvl="0"/>
            <a:r>
              <a:rPr lang="en-US" altLang="zh-CN" noProof="1"/>
              <a:t>Click to edit Master text styles</a:t>
            </a:r>
          </a:p>
          <a:p>
            <a:pPr lvl="1"/>
            <a:r>
              <a:rPr lang="en-US" altLang="zh-CN" noProof="1"/>
              <a:t>Second level</a:t>
            </a:r>
          </a:p>
          <a:p>
            <a:pPr lvl="2"/>
            <a:r>
              <a:rPr lang="en-US" altLang="zh-CN" noProof="1"/>
              <a:t>Third level</a:t>
            </a:r>
          </a:p>
          <a:p>
            <a:pPr lvl="3"/>
            <a:r>
              <a:rPr lang="en-US" altLang="zh-CN" noProof="1"/>
              <a:t>Fourth level</a:t>
            </a:r>
          </a:p>
          <a:p>
            <a:pPr lvl="4"/>
            <a:r>
              <a:rPr lang="en-US" altLang="zh-CN" noProof="1"/>
              <a:t>Fifth level</a:t>
            </a:r>
            <a:endParaRPr lang="en-US"/>
          </a:p>
        </p:txBody>
      </p:sp>
      <p:sp>
        <p:nvSpPr>
          <p:cNvPr id="2" name="Rectangle 7"/>
          <p:cNvSpPr>
            <a:spLocks noGrp="1"/>
          </p:cNvSpPr>
          <p:nvPr>
            <p:ph type="dt" sz="half" idx="10"/>
          </p:nvPr>
        </p:nvSpPr>
        <p:spPr/>
        <p:txBody>
          <a:bodyPr/>
          <a:lstStyle/>
          <a:p>
            <a:fld id="{ACB2EC6F-6501-4E04-BD6C-A8A6CABB2C5B}" type="datetimeFigureOut">
              <a:rPr lang="en-US" smtClean="0"/>
              <a:t>6/14/2026</a:t>
            </a:fld>
            <a:endParaRPr lang="en-US" dirty="0"/>
          </a:p>
        </p:txBody>
      </p:sp>
      <p:sp>
        <p:nvSpPr>
          <p:cNvPr id="27" name="Rectangle 19"/>
          <p:cNvSpPr>
            <a:spLocks noGrp="1"/>
          </p:cNvSpPr>
          <p:nvPr>
            <p:ph type="ftr" sz="quarter" idx="11"/>
          </p:nvPr>
        </p:nvSpPr>
        <p:spPr/>
        <p:txBody>
          <a:bodyPr/>
          <a:lstStyle/>
          <a:p>
            <a:endParaRPr lang="en-US" dirty="0"/>
          </a:p>
        </p:txBody>
      </p:sp>
      <p:sp>
        <p:nvSpPr>
          <p:cNvPr id="24" name="Rectangle 26"/>
          <p:cNvSpPr>
            <a:spLocks noGrp="1"/>
          </p:cNvSpPr>
          <p:nvPr>
            <p:ph type="sldNum" sz="quarter" idx="12"/>
          </p:nvPr>
        </p:nvSpPr>
        <p:spPr/>
        <p:txBody>
          <a:bodyPr/>
          <a:lstStyle/>
          <a:p>
            <a:fld id="{963B0023-0CED-47F7-85AE-654F0B232C29}" type="slidenum">
              <a:rPr lang="en-US" smtClean="0"/>
              <a:t>‹#›</a:t>
            </a:fld>
            <a:endParaRPr lang="en-US" dirty="0"/>
          </a:p>
        </p:txBody>
      </p:sp>
    </p:spTree>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zh-CN" altLang="en-US"/>
              <a:t>单击此处编辑母版标题样式</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F30C84A2-23CF-44F5-B813-5187ED5C7D1C}" type="datetimeFigureOut">
              <a:rPr lang="en-US" sz="1200" smtClean="0">
                <a:solidFill>
                  <a:schemeClr val="tx2"/>
                </a:solidFill>
              </a:rPr>
              <a:t>6/14/2026</a:t>
            </a:fld>
            <a:endParaRPr lang="en-US" sz="1200" dirty="0">
              <a:solidFill>
                <a:schemeClr val="tx2"/>
              </a:solidFill>
            </a:endParaRPr>
          </a:p>
        </p:txBody>
      </p:sp>
      <p:sp>
        <p:nvSpPr>
          <p:cNvPr id="5" name="Footer Placeholder 4"/>
          <p:cNvSpPr>
            <a:spLocks noGrp="1"/>
          </p:cNvSpPr>
          <p:nvPr>
            <p:ph type="ftr" sz="quarter" idx="11"/>
          </p:nvPr>
        </p:nvSpPr>
        <p:spPr/>
        <p:txBody>
          <a:bodyPr/>
          <a:lstStyle/>
          <a:p>
            <a:pPr algn="ctr"/>
            <a:endParaRPr lang="en-US" sz="1200" dirty="0">
              <a:solidFill>
                <a:schemeClr val="tx2"/>
              </a:solidFill>
            </a:endParaRPr>
          </a:p>
        </p:txBody>
      </p:sp>
      <p:sp>
        <p:nvSpPr>
          <p:cNvPr id="6" name="Slide Number Placeholder 5"/>
          <p:cNvSpPr>
            <a:spLocks noGrp="1"/>
          </p:cNvSpPr>
          <p:nvPr>
            <p:ph type="sldNum" sz="quarter" idx="12"/>
          </p:nvPr>
        </p:nvSpPr>
        <p:spPr/>
        <p:txBody>
          <a:bodyPr/>
          <a:lstStyle/>
          <a:p>
            <a:pPr algn="r"/>
            <a:fld id="{F99EC173-99AE-4773-AB25-02E469A13EAE}" type="slidenum">
              <a:rPr lang="en-US" sz="1200" smtClean="0">
                <a:solidFill>
                  <a:schemeClr val="tx2"/>
                </a:solidFill>
              </a:rPr>
              <a:t>‹#›</a:t>
            </a:fld>
            <a:endParaRPr lang="en-US" sz="1200" dirty="0">
              <a:solidFill>
                <a:schemeClr val="tx2"/>
              </a:solidFill>
            </a:endParaRPr>
          </a:p>
        </p:txBody>
      </p:sp>
    </p:spTree>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p>
            <a:fld id="{F30C84A2-23CF-44F5-B813-5187ED5C7D1C}" type="datetimeFigureOut">
              <a:rPr lang="en-US" sz="1200" smtClean="0">
                <a:solidFill>
                  <a:schemeClr val="tx2"/>
                </a:solidFill>
              </a:rPr>
              <a:t>6/14/2026</a:t>
            </a:fld>
            <a:endParaRPr lang="en-US" sz="1200" dirty="0">
              <a:solidFill>
                <a:schemeClr val="tx2"/>
              </a:solidFill>
            </a:endParaRPr>
          </a:p>
        </p:txBody>
      </p:sp>
      <p:sp>
        <p:nvSpPr>
          <p:cNvPr id="5" name="Footer Placeholder 4"/>
          <p:cNvSpPr>
            <a:spLocks noGrp="1"/>
          </p:cNvSpPr>
          <p:nvPr>
            <p:ph type="ftr" sz="quarter" idx="11"/>
          </p:nvPr>
        </p:nvSpPr>
        <p:spPr/>
        <p:txBody>
          <a:bodyPr/>
          <a:lstStyle/>
          <a:p>
            <a:pPr algn="ctr"/>
            <a:endParaRPr lang="en-US" sz="1200" dirty="0">
              <a:solidFill>
                <a:schemeClr val="tx2"/>
              </a:solidFill>
            </a:endParaRPr>
          </a:p>
        </p:txBody>
      </p:sp>
      <p:sp>
        <p:nvSpPr>
          <p:cNvPr id="6" name="Slide Number Placeholder 5"/>
          <p:cNvSpPr>
            <a:spLocks noGrp="1"/>
          </p:cNvSpPr>
          <p:nvPr>
            <p:ph type="sldNum" sz="quarter" idx="12"/>
          </p:nvPr>
        </p:nvSpPr>
        <p:spPr/>
        <p:txBody>
          <a:bodyPr/>
          <a:lstStyle/>
          <a:p>
            <a:pPr algn="r"/>
            <a:fld id="{F99EC173-99AE-4773-AB25-02E469A13EAE}" type="slidenum">
              <a:rPr lang="en-US" sz="1200" smtClean="0">
                <a:solidFill>
                  <a:schemeClr val="tx2"/>
                </a:solidFill>
              </a:rPr>
              <a:t>‹#›</a:t>
            </a:fld>
            <a:endParaRPr lang="en-US" sz="1200" dirty="0">
              <a:solidFill>
                <a:schemeClr val="tx2"/>
              </a:solidFill>
            </a:endParaRPr>
          </a:p>
        </p:txBody>
      </p:sp>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F30C84A2-23CF-44F5-B813-5187ED5C7D1C}" type="datetimeFigureOut">
              <a:rPr lang="en-US" sz="1200" smtClean="0">
                <a:solidFill>
                  <a:schemeClr val="tx2"/>
                </a:solidFill>
              </a:rPr>
              <a:t>6/14/2026</a:t>
            </a:fld>
            <a:endParaRPr lang="en-US" sz="1200" dirty="0">
              <a:solidFill>
                <a:schemeClr val="tx2"/>
              </a:solidFill>
            </a:endParaRPr>
          </a:p>
        </p:txBody>
      </p:sp>
      <p:sp>
        <p:nvSpPr>
          <p:cNvPr id="5" name="Footer Placeholder 4"/>
          <p:cNvSpPr>
            <a:spLocks noGrp="1"/>
          </p:cNvSpPr>
          <p:nvPr>
            <p:ph type="ftr" sz="quarter" idx="11"/>
          </p:nvPr>
        </p:nvSpPr>
        <p:spPr/>
        <p:txBody>
          <a:bodyPr/>
          <a:lstStyle/>
          <a:p>
            <a:pPr algn="ctr"/>
            <a:endParaRPr lang="en-US" sz="1200" dirty="0">
              <a:solidFill>
                <a:schemeClr val="tx2"/>
              </a:solidFill>
            </a:endParaRPr>
          </a:p>
        </p:txBody>
      </p:sp>
      <p:sp>
        <p:nvSpPr>
          <p:cNvPr id="6" name="Slide Number Placeholder 5"/>
          <p:cNvSpPr>
            <a:spLocks noGrp="1"/>
          </p:cNvSpPr>
          <p:nvPr>
            <p:ph type="sldNum" sz="quarter" idx="12"/>
          </p:nvPr>
        </p:nvSpPr>
        <p:spPr/>
        <p:txBody>
          <a:bodyPr/>
          <a:lstStyle/>
          <a:p>
            <a:pPr algn="r"/>
            <a:fld id="{F99EC173-99AE-4773-AB25-02E469A13EAE}" type="slidenum">
              <a:rPr lang="en-US" sz="1200" smtClean="0">
                <a:solidFill>
                  <a:schemeClr val="tx2"/>
                </a:solidFill>
              </a:rPr>
              <a:t>‹#›</a:t>
            </a:fld>
            <a:endParaRPr lang="en-US" sz="1200" dirty="0">
              <a:solidFill>
                <a:schemeClr val="tx2"/>
              </a:solidFill>
            </a:endParaRPr>
          </a:p>
        </p:txBody>
      </p:sp>
    </p:spTree>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F30C84A2-23CF-44F5-B813-5187ED5C7D1C}" type="datetimeFigureOut">
              <a:rPr lang="en-US" sz="1200" smtClean="0">
                <a:solidFill>
                  <a:schemeClr val="tx2"/>
                </a:solidFill>
              </a:rPr>
              <a:t>6/14/2026</a:t>
            </a:fld>
            <a:endParaRPr lang="en-US" sz="1200" dirty="0">
              <a:solidFill>
                <a:schemeClr val="tx2"/>
              </a:solidFill>
            </a:endParaRPr>
          </a:p>
        </p:txBody>
      </p:sp>
      <p:sp>
        <p:nvSpPr>
          <p:cNvPr id="6" name="Footer Placeholder 5"/>
          <p:cNvSpPr>
            <a:spLocks noGrp="1"/>
          </p:cNvSpPr>
          <p:nvPr>
            <p:ph type="ftr" sz="quarter" idx="11"/>
          </p:nvPr>
        </p:nvSpPr>
        <p:spPr/>
        <p:txBody>
          <a:bodyPr/>
          <a:lstStyle/>
          <a:p>
            <a:pPr algn="ctr"/>
            <a:endParaRPr lang="en-US" sz="1200" dirty="0">
              <a:solidFill>
                <a:schemeClr val="tx2"/>
              </a:solidFill>
            </a:endParaRPr>
          </a:p>
        </p:txBody>
      </p:sp>
      <p:sp>
        <p:nvSpPr>
          <p:cNvPr id="7" name="Slide Number Placeholder 6"/>
          <p:cNvSpPr>
            <a:spLocks noGrp="1"/>
          </p:cNvSpPr>
          <p:nvPr>
            <p:ph type="sldNum" sz="quarter" idx="12"/>
          </p:nvPr>
        </p:nvSpPr>
        <p:spPr/>
        <p:txBody>
          <a:bodyPr/>
          <a:lstStyle/>
          <a:p>
            <a:pPr algn="r"/>
            <a:fld id="{F99EC173-99AE-4773-AB25-02E469A13EAE}" type="slidenum">
              <a:rPr lang="en-US" sz="1200" smtClean="0">
                <a:solidFill>
                  <a:schemeClr val="tx2"/>
                </a:solidFill>
              </a:rPr>
              <a:t>‹#›</a:t>
            </a:fld>
            <a:endParaRPr lang="en-US" sz="1200" dirty="0">
              <a:solidFill>
                <a:schemeClr val="tx2"/>
              </a:solidFill>
            </a:endParaRPr>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F30C84A2-23CF-44F5-B813-5187ED5C7D1C}" type="datetimeFigureOut">
              <a:rPr lang="en-US" sz="1200" smtClean="0">
                <a:solidFill>
                  <a:schemeClr val="tx2"/>
                </a:solidFill>
              </a:rPr>
              <a:t>6/14/2026</a:t>
            </a:fld>
            <a:endParaRPr lang="en-US" sz="1200" dirty="0">
              <a:solidFill>
                <a:schemeClr val="tx2"/>
              </a:solidFill>
            </a:endParaRPr>
          </a:p>
        </p:txBody>
      </p:sp>
      <p:sp>
        <p:nvSpPr>
          <p:cNvPr id="8" name="Footer Placeholder 7"/>
          <p:cNvSpPr>
            <a:spLocks noGrp="1"/>
          </p:cNvSpPr>
          <p:nvPr>
            <p:ph type="ftr" sz="quarter" idx="11"/>
          </p:nvPr>
        </p:nvSpPr>
        <p:spPr/>
        <p:txBody>
          <a:bodyPr/>
          <a:lstStyle/>
          <a:p>
            <a:pPr algn="ctr"/>
            <a:endParaRPr lang="en-US" sz="1200" dirty="0">
              <a:solidFill>
                <a:schemeClr val="tx2"/>
              </a:solidFill>
            </a:endParaRPr>
          </a:p>
        </p:txBody>
      </p:sp>
      <p:sp>
        <p:nvSpPr>
          <p:cNvPr id="9" name="Slide Number Placeholder 8"/>
          <p:cNvSpPr>
            <a:spLocks noGrp="1"/>
          </p:cNvSpPr>
          <p:nvPr>
            <p:ph type="sldNum" sz="quarter" idx="12"/>
          </p:nvPr>
        </p:nvSpPr>
        <p:spPr/>
        <p:txBody>
          <a:bodyPr/>
          <a:lstStyle/>
          <a:p>
            <a:pPr algn="r"/>
            <a:fld id="{F99EC173-99AE-4773-AB25-02E469A13EAE}" type="slidenum">
              <a:rPr lang="en-US" sz="1200" smtClean="0">
                <a:solidFill>
                  <a:schemeClr val="tx2"/>
                </a:solidFill>
              </a:rPr>
              <a:t>‹#›</a:t>
            </a:fld>
            <a:endParaRPr lang="en-US" sz="1200" dirty="0">
              <a:solidFill>
                <a:schemeClr val="tx2"/>
              </a:solidFill>
            </a:endParaRPr>
          </a:p>
        </p:txBody>
      </p:sp>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7" name="Date Placeholder 2"/>
          <p:cNvSpPr>
            <a:spLocks noGrp="1"/>
          </p:cNvSpPr>
          <p:nvPr>
            <p:ph type="dt" sz="half" idx="10"/>
          </p:nvPr>
        </p:nvSpPr>
        <p:spPr/>
        <p:txBody>
          <a:bodyPr/>
          <a:lstStyle/>
          <a:p>
            <a:fld id="{F30C84A2-23CF-44F5-B813-5187ED5C7D1C}" type="datetimeFigureOut">
              <a:rPr lang="en-US" sz="1200" smtClean="0">
                <a:solidFill>
                  <a:schemeClr val="tx2"/>
                </a:solidFill>
              </a:rPr>
              <a:t>6/14/2026</a:t>
            </a:fld>
            <a:endParaRPr lang="en-US" sz="1200" dirty="0">
              <a:solidFill>
                <a:schemeClr val="tx2"/>
              </a:solidFill>
            </a:endParaRPr>
          </a:p>
        </p:txBody>
      </p:sp>
      <p:sp>
        <p:nvSpPr>
          <p:cNvPr id="5" name="Footer Placeholder 3"/>
          <p:cNvSpPr>
            <a:spLocks noGrp="1"/>
          </p:cNvSpPr>
          <p:nvPr>
            <p:ph type="ftr" sz="quarter" idx="11"/>
          </p:nvPr>
        </p:nvSpPr>
        <p:spPr/>
        <p:txBody>
          <a:bodyPr/>
          <a:lstStyle/>
          <a:p>
            <a:pPr algn="ctr"/>
            <a:endParaRPr lang="en-US" sz="1200" dirty="0">
              <a:solidFill>
                <a:schemeClr val="tx2"/>
              </a:solidFill>
            </a:endParaRPr>
          </a:p>
        </p:txBody>
      </p:sp>
      <p:sp>
        <p:nvSpPr>
          <p:cNvPr id="6" name="Slide Number Placeholder 4"/>
          <p:cNvSpPr>
            <a:spLocks noGrp="1"/>
          </p:cNvSpPr>
          <p:nvPr>
            <p:ph type="sldNum" sz="quarter" idx="12"/>
          </p:nvPr>
        </p:nvSpPr>
        <p:spPr/>
        <p:txBody>
          <a:bodyPr/>
          <a:lstStyle/>
          <a:p>
            <a:pPr algn="r"/>
            <a:fld id="{F99EC173-99AE-4773-AB25-02E469A13EAE}" type="slidenum">
              <a:rPr lang="en-US" sz="1200" smtClean="0">
                <a:solidFill>
                  <a:schemeClr val="tx2"/>
                </a:solidFill>
              </a:rPr>
              <a:t>‹#›</a:t>
            </a:fld>
            <a:endParaRPr lang="en-US" sz="1200" dirty="0">
              <a:solidFill>
                <a:schemeClr val="tx2"/>
              </a:solidFill>
            </a:endParaRPr>
          </a:p>
        </p:txBody>
      </p:sp>
    </p:spTree>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30C84A2-23CF-44F5-B813-5187ED5C7D1C}" type="datetimeFigureOut">
              <a:rPr lang="en-US" sz="1200" smtClean="0">
                <a:solidFill>
                  <a:schemeClr val="tx2"/>
                </a:solidFill>
              </a:rPr>
              <a:t>6/14/2026</a:t>
            </a:fld>
            <a:endParaRPr lang="en-US" sz="1200" dirty="0">
              <a:solidFill>
                <a:schemeClr val="tx2"/>
              </a:solidFill>
            </a:endParaRPr>
          </a:p>
        </p:txBody>
      </p:sp>
      <p:sp>
        <p:nvSpPr>
          <p:cNvPr id="5" name="Footer Placeholder 2"/>
          <p:cNvSpPr>
            <a:spLocks noGrp="1"/>
          </p:cNvSpPr>
          <p:nvPr>
            <p:ph type="ftr" sz="quarter" idx="11"/>
          </p:nvPr>
        </p:nvSpPr>
        <p:spPr/>
        <p:txBody>
          <a:bodyPr/>
          <a:lstStyle/>
          <a:p>
            <a:pPr algn="ctr"/>
            <a:endParaRPr lang="en-US" sz="1200" dirty="0">
              <a:solidFill>
                <a:schemeClr val="tx2"/>
              </a:solidFill>
            </a:endParaRPr>
          </a:p>
        </p:txBody>
      </p:sp>
      <p:sp>
        <p:nvSpPr>
          <p:cNvPr id="6" name="Slide Number Placeholder 3"/>
          <p:cNvSpPr>
            <a:spLocks noGrp="1"/>
          </p:cNvSpPr>
          <p:nvPr>
            <p:ph type="sldNum" sz="quarter" idx="12"/>
          </p:nvPr>
        </p:nvSpPr>
        <p:spPr/>
        <p:txBody>
          <a:bodyPr/>
          <a:lstStyle/>
          <a:p>
            <a:pPr algn="r"/>
            <a:fld id="{F99EC173-99AE-4773-AB25-02E469A13EAE}" type="slidenum">
              <a:rPr lang="en-US" sz="1200" smtClean="0">
                <a:solidFill>
                  <a:schemeClr val="tx2"/>
                </a:solidFill>
              </a:rPr>
              <a:t>‹#›</a:t>
            </a:fld>
            <a:endParaRPr lang="en-US" sz="1200" dirty="0">
              <a:solidFill>
                <a:schemeClr val="tx2"/>
              </a:solidFill>
            </a:endParaRPr>
          </a:p>
        </p:txBody>
      </p:sp>
    </p:spTree>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7" name="Date Placeholder 4"/>
          <p:cNvSpPr>
            <a:spLocks noGrp="1"/>
          </p:cNvSpPr>
          <p:nvPr>
            <p:ph type="dt" sz="half" idx="10"/>
          </p:nvPr>
        </p:nvSpPr>
        <p:spPr/>
        <p:txBody>
          <a:bodyPr/>
          <a:lstStyle/>
          <a:p>
            <a:fld id="{F30C84A2-23CF-44F5-B813-5187ED5C7D1C}" type="datetimeFigureOut">
              <a:rPr lang="en-US" sz="1200" smtClean="0">
                <a:solidFill>
                  <a:schemeClr val="tx2"/>
                </a:solidFill>
              </a:rPr>
              <a:t>6/14/2026</a:t>
            </a:fld>
            <a:endParaRPr lang="en-US" sz="1200" dirty="0">
              <a:solidFill>
                <a:schemeClr val="tx2"/>
              </a:solidFill>
            </a:endParaRPr>
          </a:p>
        </p:txBody>
      </p:sp>
      <p:sp>
        <p:nvSpPr>
          <p:cNvPr id="5" name="Footer Placeholder 5"/>
          <p:cNvSpPr>
            <a:spLocks noGrp="1"/>
          </p:cNvSpPr>
          <p:nvPr>
            <p:ph type="ftr" sz="quarter" idx="11"/>
          </p:nvPr>
        </p:nvSpPr>
        <p:spPr/>
        <p:txBody>
          <a:bodyPr/>
          <a:lstStyle/>
          <a:p>
            <a:pPr algn="ctr"/>
            <a:endParaRPr lang="en-US" sz="1200" dirty="0">
              <a:solidFill>
                <a:schemeClr val="tx2"/>
              </a:solidFill>
            </a:endParaRPr>
          </a:p>
        </p:txBody>
      </p:sp>
      <p:sp>
        <p:nvSpPr>
          <p:cNvPr id="6" name="Slide Number Placeholder 6"/>
          <p:cNvSpPr>
            <a:spLocks noGrp="1"/>
          </p:cNvSpPr>
          <p:nvPr>
            <p:ph type="sldNum" sz="quarter" idx="12"/>
          </p:nvPr>
        </p:nvSpPr>
        <p:spPr/>
        <p:txBody>
          <a:bodyPr/>
          <a:lstStyle/>
          <a:p>
            <a:pPr algn="r"/>
            <a:fld id="{F99EC173-99AE-4773-AB25-02E469A13EAE}" type="slidenum">
              <a:rPr lang="en-US" sz="1200" smtClean="0">
                <a:solidFill>
                  <a:schemeClr val="tx2"/>
                </a:solidFill>
              </a:rPr>
              <a:t>‹#›</a:t>
            </a:fld>
            <a:endParaRPr lang="en-US" sz="1200" dirty="0">
              <a:solidFill>
                <a:schemeClr val="tx2"/>
              </a:solidFill>
            </a:endParaRPr>
          </a:p>
        </p:txBody>
      </p:sp>
    </p:spTree>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Date Placeholder 4"/>
          <p:cNvSpPr>
            <a:spLocks noGrp="1"/>
          </p:cNvSpPr>
          <p:nvPr>
            <p:ph type="dt" sz="half" idx="10"/>
          </p:nvPr>
        </p:nvSpPr>
        <p:spPr/>
        <p:txBody>
          <a:bodyPr/>
          <a:lstStyle/>
          <a:p>
            <a:fld id="{F30C84A2-23CF-44F5-B813-5187ED5C7D1C}" type="datetimeFigureOut">
              <a:rPr lang="en-US" sz="1200" smtClean="0">
                <a:solidFill>
                  <a:schemeClr val="tx2"/>
                </a:solidFill>
              </a:rPr>
              <a:t>6/14/2026</a:t>
            </a:fld>
            <a:endParaRPr lang="en-US" sz="1200" dirty="0">
              <a:solidFill>
                <a:schemeClr val="tx2"/>
              </a:solidFill>
            </a:endParaRPr>
          </a:p>
        </p:txBody>
      </p:sp>
      <p:sp>
        <p:nvSpPr>
          <p:cNvPr id="6" name="Footer Placeholder 5"/>
          <p:cNvSpPr>
            <a:spLocks noGrp="1"/>
          </p:cNvSpPr>
          <p:nvPr>
            <p:ph type="ftr" sz="quarter" idx="11"/>
          </p:nvPr>
        </p:nvSpPr>
        <p:spPr/>
        <p:txBody>
          <a:bodyPr/>
          <a:lstStyle/>
          <a:p>
            <a:pPr algn="ctr"/>
            <a:endParaRPr lang="en-US" sz="1200" dirty="0">
              <a:solidFill>
                <a:schemeClr val="tx2"/>
              </a:solidFill>
            </a:endParaRPr>
          </a:p>
        </p:txBody>
      </p:sp>
      <p:sp>
        <p:nvSpPr>
          <p:cNvPr id="7" name="Slide Number Placeholder 6"/>
          <p:cNvSpPr>
            <a:spLocks noGrp="1"/>
          </p:cNvSpPr>
          <p:nvPr>
            <p:ph type="sldNum" sz="quarter" idx="12"/>
          </p:nvPr>
        </p:nvSpPr>
        <p:spPr/>
        <p:txBody>
          <a:bodyPr/>
          <a:lstStyle/>
          <a:p>
            <a:pPr algn="r"/>
            <a:fld id="{F99EC173-99AE-4773-AB25-02E469A13EAE}" type="slidenum">
              <a:rPr lang="en-US" sz="1200" smtClean="0">
                <a:solidFill>
                  <a:schemeClr val="tx2"/>
                </a:solidFill>
              </a:rPr>
              <a:t>‹#›</a:t>
            </a:fld>
            <a:endParaRPr lang="en-US" sz="1200" dirty="0">
              <a:solidFill>
                <a:schemeClr val="tx2"/>
              </a:solidFill>
            </a:endParaRPr>
          </a:p>
        </p:txBody>
      </p:sp>
    </p:spTree>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Date Placeholder 4"/>
          <p:cNvSpPr>
            <a:spLocks noGrp="1"/>
          </p:cNvSpPr>
          <p:nvPr>
            <p:ph type="dt" sz="half" idx="10"/>
          </p:nvPr>
        </p:nvSpPr>
        <p:spPr/>
        <p:txBody>
          <a:bodyPr/>
          <a:lstStyle/>
          <a:p>
            <a:fld id="{F30C84A2-23CF-44F5-B813-5187ED5C7D1C}" type="datetimeFigureOut">
              <a:rPr lang="en-US" sz="1200" smtClean="0">
                <a:solidFill>
                  <a:schemeClr val="tx2"/>
                </a:solidFill>
              </a:rPr>
              <a:t>6/14/2026</a:t>
            </a:fld>
            <a:endParaRPr lang="en-US" sz="1200" dirty="0">
              <a:solidFill>
                <a:schemeClr val="tx2"/>
              </a:solidFill>
            </a:endParaRPr>
          </a:p>
        </p:txBody>
      </p:sp>
      <p:sp>
        <p:nvSpPr>
          <p:cNvPr id="6" name="Footer Placeholder 5"/>
          <p:cNvSpPr>
            <a:spLocks noGrp="1"/>
          </p:cNvSpPr>
          <p:nvPr>
            <p:ph type="ftr" sz="quarter" idx="11"/>
          </p:nvPr>
        </p:nvSpPr>
        <p:spPr/>
        <p:txBody>
          <a:bodyPr/>
          <a:lstStyle/>
          <a:p>
            <a:pPr algn="ctr"/>
            <a:endParaRPr lang="en-US" sz="1200" dirty="0">
              <a:solidFill>
                <a:schemeClr val="tx2"/>
              </a:solidFill>
            </a:endParaRPr>
          </a:p>
        </p:txBody>
      </p:sp>
      <p:sp>
        <p:nvSpPr>
          <p:cNvPr id="7" name="Slide Number Placeholder 6"/>
          <p:cNvSpPr>
            <a:spLocks noGrp="1"/>
          </p:cNvSpPr>
          <p:nvPr>
            <p:ph type="sldNum" sz="quarter" idx="12"/>
          </p:nvPr>
        </p:nvSpPr>
        <p:spPr/>
        <p:txBody>
          <a:bodyPr/>
          <a:lstStyle/>
          <a:p>
            <a:pPr algn="r"/>
            <a:fld id="{F99EC173-99AE-4773-AB25-02E469A13EAE}" type="slidenum">
              <a:rPr lang="en-US" sz="1200" smtClean="0">
                <a:solidFill>
                  <a:schemeClr val="tx2"/>
                </a:solidFill>
              </a:rPr>
              <a:t>‹#›</a:t>
            </a:fld>
            <a:endParaRPr lang="en-US" sz="1200" dirty="0">
              <a:solidFill>
                <a:schemeClr val="tx2"/>
              </a:solidFill>
            </a:endParaRPr>
          </a:p>
        </p:txBody>
      </p:sp>
    </p:spTree>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zh-CN" altLang="en-US"/>
              <a:t>单击此处编辑母版标题样式</a:t>
            </a:r>
            <a:endParaRPr lang="en-US" dirty="0"/>
          </a:p>
        </p:txBody>
      </p:sp>
      <p:sp>
        <p:nvSpPr>
          <p:cNvPr id="8" name="Text Placeholder 3"/>
          <p:cNvSpPr>
            <a:spLocks noGrp="1"/>
          </p:cNvSpPr>
          <p:nvPr>
            <p:ph type="body" sz="half" idx="2" hasCustomPrompt="1"/>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4" name="Date Placeholder 3"/>
          <p:cNvSpPr>
            <a:spLocks noGrp="1"/>
          </p:cNvSpPr>
          <p:nvPr>
            <p:ph type="dt" sz="half" idx="10"/>
          </p:nvPr>
        </p:nvSpPr>
        <p:spPr/>
        <p:txBody>
          <a:bodyPr/>
          <a:lstStyle/>
          <a:p>
            <a:fld id="{F30C84A2-23CF-44F5-B813-5187ED5C7D1C}" type="datetimeFigureOut">
              <a:rPr lang="en-US" sz="1200" smtClean="0">
                <a:solidFill>
                  <a:schemeClr val="tx2"/>
                </a:solidFill>
              </a:rPr>
              <a:t>6/14/2026</a:t>
            </a:fld>
            <a:endParaRPr lang="en-US" sz="1200" dirty="0">
              <a:solidFill>
                <a:schemeClr val="tx2"/>
              </a:solidFill>
            </a:endParaRPr>
          </a:p>
        </p:txBody>
      </p:sp>
      <p:sp>
        <p:nvSpPr>
          <p:cNvPr id="5" name="Footer Placeholder 4"/>
          <p:cNvSpPr>
            <a:spLocks noGrp="1"/>
          </p:cNvSpPr>
          <p:nvPr>
            <p:ph type="ftr" sz="quarter" idx="11"/>
          </p:nvPr>
        </p:nvSpPr>
        <p:spPr/>
        <p:txBody>
          <a:bodyPr/>
          <a:lstStyle/>
          <a:p>
            <a:pPr algn="ctr"/>
            <a:endParaRPr lang="en-US" sz="1200" dirty="0">
              <a:solidFill>
                <a:schemeClr val="tx2"/>
              </a:solidFill>
            </a:endParaRPr>
          </a:p>
        </p:txBody>
      </p:sp>
      <p:sp>
        <p:nvSpPr>
          <p:cNvPr id="6" name="Slide Number Placeholder 5"/>
          <p:cNvSpPr>
            <a:spLocks noGrp="1"/>
          </p:cNvSpPr>
          <p:nvPr>
            <p:ph type="sldNum" sz="quarter" idx="12"/>
          </p:nvPr>
        </p:nvSpPr>
        <p:spPr/>
        <p:txBody>
          <a:bodyPr/>
          <a:lstStyle/>
          <a:p>
            <a:pPr algn="r"/>
            <a:fld id="{F99EC173-99AE-4773-AB25-02E469A13EAE}" type="slidenum">
              <a:rPr lang="en-US" sz="1200" smtClean="0">
                <a:solidFill>
                  <a:schemeClr val="tx2"/>
                </a:solidFill>
              </a:rPr>
              <a:t>‹#›</a:t>
            </a:fld>
            <a:endParaRPr lang="en-US" sz="1200" dirty="0">
              <a:solidFill>
                <a:schemeClr val="tx2"/>
              </a:solidFill>
            </a:endParaRPr>
          </a:p>
        </p:txBody>
      </p:sp>
    </p:spTree>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zh-CN" altLang="en-US"/>
              <a:t>单击此处编辑母版标题样式</a:t>
            </a:r>
            <a:endParaRPr lang="en-US" dirty="0"/>
          </a:p>
        </p:txBody>
      </p:sp>
      <p:sp>
        <p:nvSpPr>
          <p:cNvPr id="11" name="Text Placeholder 3"/>
          <p:cNvSpPr>
            <a:spLocks noGrp="1"/>
          </p:cNvSpPr>
          <p:nvPr>
            <p:ph type="body" sz="half" idx="14" hasCustomPrompt="1"/>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zh-CN" altLang="en-US"/>
              <a:t>编辑母版文本样式</a:t>
            </a:r>
          </a:p>
        </p:txBody>
      </p:sp>
      <p:sp>
        <p:nvSpPr>
          <p:cNvPr id="10" name="Text Placeholder 3"/>
          <p:cNvSpPr>
            <a:spLocks noGrp="1"/>
          </p:cNvSpPr>
          <p:nvPr>
            <p:ph type="body" sz="half" idx="2" hasCustomPrompt="1"/>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4" name="Date Placeholder 3"/>
          <p:cNvSpPr>
            <a:spLocks noGrp="1"/>
          </p:cNvSpPr>
          <p:nvPr>
            <p:ph type="dt" sz="half" idx="10"/>
          </p:nvPr>
        </p:nvSpPr>
        <p:spPr/>
        <p:txBody>
          <a:bodyPr/>
          <a:lstStyle/>
          <a:p>
            <a:fld id="{F30C84A2-23CF-44F5-B813-5187ED5C7D1C}" type="datetimeFigureOut">
              <a:rPr lang="en-US" sz="1200" smtClean="0">
                <a:solidFill>
                  <a:schemeClr val="tx2"/>
                </a:solidFill>
              </a:rPr>
              <a:t>6/14/2026</a:t>
            </a:fld>
            <a:endParaRPr lang="en-US" sz="1200" dirty="0">
              <a:solidFill>
                <a:schemeClr val="tx2"/>
              </a:solidFill>
            </a:endParaRPr>
          </a:p>
        </p:txBody>
      </p:sp>
      <p:sp>
        <p:nvSpPr>
          <p:cNvPr id="5" name="Footer Placeholder 4"/>
          <p:cNvSpPr>
            <a:spLocks noGrp="1"/>
          </p:cNvSpPr>
          <p:nvPr>
            <p:ph type="ftr" sz="quarter" idx="11"/>
          </p:nvPr>
        </p:nvSpPr>
        <p:spPr/>
        <p:txBody>
          <a:bodyPr/>
          <a:lstStyle/>
          <a:p>
            <a:pPr algn="ctr"/>
            <a:endParaRPr lang="en-US" sz="1200" dirty="0">
              <a:solidFill>
                <a:schemeClr val="tx2"/>
              </a:solidFill>
            </a:endParaRPr>
          </a:p>
        </p:txBody>
      </p:sp>
      <p:sp>
        <p:nvSpPr>
          <p:cNvPr id="6" name="Slide Number Placeholder 5"/>
          <p:cNvSpPr>
            <a:spLocks noGrp="1"/>
          </p:cNvSpPr>
          <p:nvPr>
            <p:ph type="sldNum" sz="quarter" idx="12"/>
          </p:nvPr>
        </p:nvSpPr>
        <p:spPr/>
        <p:txBody>
          <a:bodyPr/>
          <a:lstStyle/>
          <a:p>
            <a:pPr algn="r"/>
            <a:fld id="{F99EC173-99AE-4773-AB25-02E469A13EAE}" type="slidenum">
              <a:rPr lang="en-US" sz="1200" smtClean="0">
                <a:solidFill>
                  <a:schemeClr val="tx2"/>
                </a:solidFill>
              </a:rPr>
              <a:t>‹#›</a:t>
            </a:fld>
            <a:endParaRPr lang="en-US" sz="1200" dirty="0">
              <a:solidFill>
                <a:schemeClr val="tx2"/>
              </a:solidFill>
            </a:endParaRPr>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sz="12200" dirty="0"/>
              <a:t>”</a:t>
            </a:r>
          </a:p>
        </p:txBody>
      </p:sp>
    </p:spTree>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F30C84A2-23CF-44F5-B813-5187ED5C7D1C}" type="datetimeFigureOut">
              <a:rPr lang="en-US" sz="1200" smtClean="0">
                <a:solidFill>
                  <a:schemeClr val="tx2"/>
                </a:solidFill>
              </a:rPr>
              <a:t>6/14/2026</a:t>
            </a:fld>
            <a:endParaRPr lang="en-US" sz="1200" dirty="0">
              <a:solidFill>
                <a:schemeClr val="tx2"/>
              </a:solidFill>
            </a:endParaRPr>
          </a:p>
        </p:txBody>
      </p:sp>
      <p:sp>
        <p:nvSpPr>
          <p:cNvPr id="5" name="Footer Placeholder 4"/>
          <p:cNvSpPr>
            <a:spLocks noGrp="1"/>
          </p:cNvSpPr>
          <p:nvPr>
            <p:ph type="ftr" sz="quarter" idx="11"/>
          </p:nvPr>
        </p:nvSpPr>
        <p:spPr/>
        <p:txBody>
          <a:bodyPr/>
          <a:lstStyle/>
          <a:p>
            <a:pPr algn="ctr"/>
            <a:endParaRPr lang="en-US" sz="1200" dirty="0">
              <a:solidFill>
                <a:schemeClr val="tx2"/>
              </a:solidFill>
            </a:endParaRPr>
          </a:p>
        </p:txBody>
      </p:sp>
      <p:sp>
        <p:nvSpPr>
          <p:cNvPr id="6" name="Slide Number Placeholder 5"/>
          <p:cNvSpPr>
            <a:spLocks noGrp="1"/>
          </p:cNvSpPr>
          <p:nvPr>
            <p:ph type="sldNum" sz="quarter" idx="12"/>
          </p:nvPr>
        </p:nvSpPr>
        <p:spPr/>
        <p:txBody>
          <a:bodyPr/>
          <a:lstStyle/>
          <a:p>
            <a:pPr algn="r"/>
            <a:fld id="{F99EC173-99AE-4773-AB25-02E469A13EAE}" type="slidenum">
              <a:rPr lang="en-US" sz="1200" smtClean="0">
                <a:solidFill>
                  <a:schemeClr val="tx2"/>
                </a:solidFill>
              </a:rPr>
              <a:t>‹#›</a:t>
            </a:fld>
            <a:endParaRPr lang="en-US" sz="1200" dirty="0">
              <a:solidFill>
                <a:schemeClr val="tx2"/>
              </a:solidFill>
            </a:endParaRPr>
          </a:p>
        </p:txBody>
      </p:sp>
    </p:spTree>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16" name="Text Placeholder 3"/>
          <p:cNvSpPr>
            <a:spLocks noGrp="1"/>
          </p:cNvSpPr>
          <p:nvPr>
            <p:ph type="body" sz="half" idx="15" hasCustomPrompt="1"/>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Text Placeholder 4"/>
          <p:cNvSpPr>
            <a:spLocks noGrp="1"/>
          </p:cNvSpPr>
          <p:nvPr>
            <p:ph type="body" sz="quarter" idx="3" hasCustomPrompt="1"/>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19" name="Text Placeholder 3"/>
          <p:cNvSpPr>
            <a:spLocks noGrp="1"/>
          </p:cNvSpPr>
          <p:nvPr>
            <p:ph type="body" sz="half" idx="16" hasCustomPrompt="1"/>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14" name="Text Placeholder 4"/>
          <p:cNvSpPr>
            <a:spLocks noGrp="1"/>
          </p:cNvSpPr>
          <p:nvPr>
            <p:ph type="body" sz="quarter" idx="13" hasCustomPrompt="1"/>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20" name="Text Placeholder 3"/>
          <p:cNvSpPr>
            <a:spLocks noGrp="1"/>
          </p:cNvSpPr>
          <p:nvPr>
            <p:ph type="body" sz="half" idx="17" hasCustomPrompt="1"/>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30C84A2-23CF-44F5-B813-5187ED5C7D1C}" type="datetimeFigureOut">
              <a:rPr lang="en-US" sz="1200" smtClean="0">
                <a:solidFill>
                  <a:schemeClr val="tx2"/>
                </a:solidFill>
              </a:rPr>
              <a:t>6/14/2026</a:t>
            </a:fld>
            <a:endParaRPr lang="en-US" sz="1200" dirty="0">
              <a:solidFill>
                <a:schemeClr val="tx2"/>
              </a:solidFill>
            </a:endParaRPr>
          </a:p>
        </p:txBody>
      </p:sp>
      <p:sp>
        <p:nvSpPr>
          <p:cNvPr id="4" name="Footer Placeholder 4"/>
          <p:cNvSpPr>
            <a:spLocks noGrp="1"/>
          </p:cNvSpPr>
          <p:nvPr>
            <p:ph type="ftr" sz="quarter" idx="11"/>
          </p:nvPr>
        </p:nvSpPr>
        <p:spPr/>
        <p:txBody>
          <a:bodyPr/>
          <a:lstStyle/>
          <a:p>
            <a:pPr algn="ctr"/>
            <a:endParaRPr lang="en-US" sz="1200" dirty="0">
              <a:solidFill>
                <a:schemeClr val="tx2"/>
              </a:solidFill>
            </a:endParaRPr>
          </a:p>
        </p:txBody>
      </p:sp>
      <p:sp>
        <p:nvSpPr>
          <p:cNvPr id="6" name="Slide Number Placeholder 5"/>
          <p:cNvSpPr>
            <a:spLocks noGrp="1"/>
          </p:cNvSpPr>
          <p:nvPr>
            <p:ph type="sldNum" sz="quarter" idx="12"/>
          </p:nvPr>
        </p:nvSpPr>
        <p:spPr/>
        <p:txBody>
          <a:bodyPr/>
          <a:lstStyle/>
          <a:p>
            <a:pPr algn="r"/>
            <a:fld id="{F99EC173-99AE-4773-AB25-02E469A13EAE}" type="slidenum">
              <a:rPr lang="en-US" sz="1200" smtClean="0">
                <a:solidFill>
                  <a:schemeClr val="tx2"/>
                </a:solidFill>
              </a:rPr>
              <a:t>‹#›</a:t>
            </a:fld>
            <a:endParaRPr lang="en-US" sz="1200" dirty="0">
              <a:solidFill>
                <a:schemeClr val="tx2"/>
              </a:solidFill>
            </a:endParaRPr>
          </a:p>
        </p:txBody>
      </p:sp>
    </p:spTree>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2" name="Text Placeholder 3"/>
          <p:cNvSpPr>
            <a:spLocks noGrp="1"/>
          </p:cNvSpPr>
          <p:nvPr>
            <p:ph type="body" sz="half" idx="18" hasCustomPrompt="1"/>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Text Placeholder 4"/>
          <p:cNvSpPr>
            <a:spLocks noGrp="1"/>
          </p:cNvSpPr>
          <p:nvPr>
            <p:ph type="body" sz="quarter" idx="3" hasCustomPrompt="1"/>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3" name="Text Placeholder 3"/>
          <p:cNvSpPr>
            <a:spLocks noGrp="1"/>
          </p:cNvSpPr>
          <p:nvPr>
            <p:ph type="body" sz="half" idx="19" hasCustomPrompt="1"/>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14" name="Text Placeholder 4"/>
          <p:cNvSpPr>
            <a:spLocks noGrp="1"/>
          </p:cNvSpPr>
          <p:nvPr>
            <p:ph type="body" sz="quarter" idx="13" hasCustomPrompt="1"/>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20" hasCustomPrompt="1"/>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30C84A2-23CF-44F5-B813-5187ED5C7D1C}" type="datetimeFigureOut">
              <a:rPr lang="en-US" sz="1200" smtClean="0">
                <a:solidFill>
                  <a:schemeClr val="tx2"/>
                </a:solidFill>
              </a:rPr>
              <a:t>6/14/2026</a:t>
            </a:fld>
            <a:endParaRPr lang="en-US" sz="1200" dirty="0">
              <a:solidFill>
                <a:schemeClr val="tx2"/>
              </a:solidFill>
            </a:endParaRPr>
          </a:p>
        </p:txBody>
      </p:sp>
      <p:sp>
        <p:nvSpPr>
          <p:cNvPr id="4" name="Footer Placeholder 4"/>
          <p:cNvSpPr>
            <a:spLocks noGrp="1"/>
          </p:cNvSpPr>
          <p:nvPr>
            <p:ph type="ftr" sz="quarter" idx="11"/>
          </p:nvPr>
        </p:nvSpPr>
        <p:spPr/>
        <p:txBody>
          <a:bodyPr/>
          <a:lstStyle/>
          <a:p>
            <a:pPr algn="ctr"/>
            <a:endParaRPr lang="en-US" sz="1200" dirty="0">
              <a:solidFill>
                <a:schemeClr val="tx2"/>
              </a:solidFill>
            </a:endParaRPr>
          </a:p>
        </p:txBody>
      </p:sp>
      <p:sp>
        <p:nvSpPr>
          <p:cNvPr id="6" name="Slide Number Placeholder 5"/>
          <p:cNvSpPr>
            <a:spLocks noGrp="1"/>
          </p:cNvSpPr>
          <p:nvPr>
            <p:ph type="sldNum" sz="quarter" idx="12"/>
          </p:nvPr>
        </p:nvSpPr>
        <p:spPr/>
        <p:txBody>
          <a:bodyPr/>
          <a:lstStyle/>
          <a:p>
            <a:pPr algn="r"/>
            <a:fld id="{F99EC173-99AE-4773-AB25-02E469A13EAE}" type="slidenum">
              <a:rPr lang="en-US" sz="1200" smtClean="0">
                <a:solidFill>
                  <a:schemeClr val="tx2"/>
                </a:solidFill>
              </a:rPr>
              <a:t>‹#›</a:t>
            </a:fld>
            <a:endParaRPr lang="en-US" sz="1200" dirty="0">
              <a:solidFill>
                <a:schemeClr val="tx2"/>
              </a:solidFill>
            </a:endParaRPr>
          </a:p>
        </p:txBody>
      </p:sp>
    </p:spTree>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nchor="t" anchorCtr="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30C84A2-23CF-44F5-B813-5187ED5C7D1C}" type="datetimeFigureOut">
              <a:rPr lang="en-US" sz="1200" smtClean="0">
                <a:solidFill>
                  <a:schemeClr val="tx2"/>
                </a:solidFill>
              </a:rPr>
              <a:t>6/14/2026</a:t>
            </a:fld>
            <a:endParaRPr lang="en-US" sz="1200" dirty="0">
              <a:solidFill>
                <a:schemeClr val="tx2"/>
              </a:solidFill>
            </a:endParaRPr>
          </a:p>
        </p:txBody>
      </p:sp>
      <p:sp>
        <p:nvSpPr>
          <p:cNvPr id="5" name="Footer Placeholder 4"/>
          <p:cNvSpPr>
            <a:spLocks noGrp="1"/>
          </p:cNvSpPr>
          <p:nvPr>
            <p:ph type="ftr" sz="quarter" idx="11"/>
          </p:nvPr>
        </p:nvSpPr>
        <p:spPr/>
        <p:txBody>
          <a:bodyPr/>
          <a:lstStyle/>
          <a:p>
            <a:pPr algn="ctr"/>
            <a:endParaRPr lang="en-US" sz="1200" dirty="0">
              <a:solidFill>
                <a:schemeClr val="tx2"/>
              </a:solidFill>
            </a:endParaRPr>
          </a:p>
        </p:txBody>
      </p:sp>
      <p:sp>
        <p:nvSpPr>
          <p:cNvPr id="6" name="Slide Number Placeholder 5"/>
          <p:cNvSpPr>
            <a:spLocks noGrp="1"/>
          </p:cNvSpPr>
          <p:nvPr>
            <p:ph type="sldNum" sz="quarter" idx="12"/>
          </p:nvPr>
        </p:nvSpPr>
        <p:spPr/>
        <p:txBody>
          <a:bodyPr/>
          <a:lstStyle/>
          <a:p>
            <a:pPr algn="r"/>
            <a:fld id="{F99EC173-99AE-4773-AB25-02E469A13EAE}" type="slidenum">
              <a:rPr lang="en-US" sz="1200" smtClean="0">
                <a:solidFill>
                  <a:schemeClr val="tx2"/>
                </a:solidFill>
              </a:rPr>
              <a:t>‹#›</a:t>
            </a:fld>
            <a:endParaRPr lang="en-US" sz="1200" dirty="0">
              <a:solidFill>
                <a:schemeClr val="tx2"/>
              </a:solidFill>
            </a:endParaRPr>
          </a:p>
        </p:txBody>
      </p:sp>
    </p:spTree>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489475" y="773205"/>
            <a:ext cx="5568812" cy="5483134"/>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30C84A2-23CF-44F5-B813-5187ED5C7D1C}" type="datetimeFigureOut">
              <a:rPr lang="en-US" sz="1200" smtClean="0">
                <a:solidFill>
                  <a:schemeClr val="tx2"/>
                </a:solidFill>
              </a:rPr>
              <a:t>6/14/2026</a:t>
            </a:fld>
            <a:endParaRPr lang="en-US" sz="1200" dirty="0">
              <a:solidFill>
                <a:schemeClr val="tx2"/>
              </a:solidFill>
            </a:endParaRPr>
          </a:p>
        </p:txBody>
      </p:sp>
      <p:sp>
        <p:nvSpPr>
          <p:cNvPr id="5" name="Footer Placeholder 4"/>
          <p:cNvSpPr>
            <a:spLocks noGrp="1"/>
          </p:cNvSpPr>
          <p:nvPr>
            <p:ph type="ftr" sz="quarter" idx="11"/>
          </p:nvPr>
        </p:nvSpPr>
        <p:spPr/>
        <p:txBody>
          <a:bodyPr/>
          <a:lstStyle/>
          <a:p>
            <a:pPr algn="ctr"/>
            <a:endParaRPr lang="en-US" sz="1200" dirty="0">
              <a:solidFill>
                <a:schemeClr val="tx2"/>
              </a:solidFill>
            </a:endParaRPr>
          </a:p>
        </p:txBody>
      </p:sp>
      <p:sp>
        <p:nvSpPr>
          <p:cNvPr id="6" name="Slide Number Placeholder 5"/>
          <p:cNvSpPr>
            <a:spLocks noGrp="1"/>
          </p:cNvSpPr>
          <p:nvPr>
            <p:ph type="sldNum" sz="quarter" idx="12"/>
          </p:nvPr>
        </p:nvSpPr>
        <p:spPr/>
        <p:txBody>
          <a:bodyPr/>
          <a:lstStyle/>
          <a:p>
            <a:pPr algn="r"/>
            <a:fld id="{F99EC173-99AE-4773-AB25-02E469A13EAE}" type="slidenum">
              <a:rPr lang="en-US" sz="1200" smtClean="0">
                <a:solidFill>
                  <a:schemeClr val="tx2"/>
                </a:solidFill>
              </a:rPr>
              <a:t>‹#›</a:t>
            </a:fld>
            <a:endParaRPr lang="en-US" sz="1200" dirty="0">
              <a:solidFill>
                <a:schemeClr val="tx2"/>
              </a:solidFill>
            </a:endParaRPr>
          </a:p>
        </p:txBody>
      </p:sp>
    </p:spTree>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cSld name="Landscape (Fullscreen)">
    <p:spTree>
      <p:nvGrpSpPr>
        <p:cNvPr id="1" name=""/>
        <p:cNvGrpSpPr/>
        <p:nvPr/>
      </p:nvGrpSpPr>
      <p:grpSpPr>
        <a:xfrm>
          <a:off x="0" y="0"/>
          <a:ext cx="0" cy="0"/>
          <a:chOff x="0" y="0"/>
          <a:chExt cx="0" cy="0"/>
        </a:xfrm>
      </p:grpSpPr>
      <p:sp>
        <p:nvSpPr>
          <p:cNvPr id="15" name="Rectangle 6"/>
          <p:cNvSpPr>
            <a:spLocks noGrp="1" noChangeAspect="1"/>
          </p:cNvSpPr>
          <p:nvPr>
            <p:ph type="pic" sz="quarter" idx="10" hasCustomPrompt="1"/>
          </p:nvPr>
        </p:nvSpPr>
        <p:spPr>
          <a:xfrm>
            <a:off x="0" y="0"/>
            <a:ext cx="9144000" cy="6858000"/>
          </a:xfrm>
          <a:noFill/>
          <a:ln w="25400" cap="rnd" cmpd="sng" algn="ctr">
            <a:noFill/>
            <a:prstDash val="solid"/>
          </a:ln>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905" algn="ctr" rtl="0" latinLnBrk="0">
              <a:spcBef>
                <a:spcPct val="20000"/>
              </a:spcBef>
              <a:buFontTx/>
              <a:buNone/>
              <a:defRPr sz="2400" i="0">
                <a:solidFill>
                  <a:schemeClr val="tx1"/>
                </a:solidFill>
                <a:latin typeface="+mn-lt"/>
                <a:ea typeface="+mn-ea"/>
                <a:cs typeface="+mn-cs"/>
              </a:defRPr>
            </a:lvl1pPr>
          </a:lstStyle>
          <a:p>
            <a:pPr marL="0" marR="0" indent="0" algn="ctr">
              <a:buFontTx/>
              <a:buNone/>
            </a:pPr>
            <a:r>
              <a:rPr lang="en-US" i="0" dirty="0"/>
              <a:t>Click icon</a:t>
            </a:r>
            <a:r>
              <a:rPr lang="en-US" i="0" baseline="0" dirty="0"/>
              <a:t> to add </a:t>
            </a:r>
            <a:r>
              <a:rPr lang="en-US" i="0" dirty="0"/>
              <a:t>full page picture</a:t>
            </a:r>
            <a:endParaRPr lang="en-US" i="0" baseline="0" dirty="0"/>
          </a:p>
          <a:p>
            <a:pPr marL="0" marR="0" indent="0" algn="ctr">
              <a:buFontTx/>
              <a:buNone/>
            </a:pPr>
            <a:endParaRPr lang="en-US" i="0" dirty="0"/>
          </a:p>
          <a:p>
            <a:pPr algn="ctr">
              <a:buFontTx/>
              <a:buNone/>
            </a:pPr>
            <a:endParaRPr lang="en-US" i="0" dirty="0"/>
          </a:p>
          <a:p>
            <a:pPr algn="ctr">
              <a:buFontTx/>
              <a:buNone/>
            </a:pPr>
            <a:endParaRPr lang="en-US" i="0"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19" Type="http://schemas.openxmlformats.org/officeDocument/2006/relationships/theme" Target="../theme/theme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6" name="Rectangle 6"/>
          <p:cNvSpPr>
            <a:spLocks noGrp="1"/>
          </p:cNvSpPr>
          <p:nvPr>
            <p:ph type="title"/>
          </p:nvPr>
        </p:nvSpPr>
        <p:spPr>
          <a:xfrm>
            <a:off x="457200" y="274638"/>
            <a:ext cx="8229600" cy="1249362"/>
          </a:xfrm>
          <a:prstGeom prst="rect">
            <a:avLst/>
          </a:prstGeom>
        </p:spPr>
        <p:txBody>
          <a:bodyPr anchor="ctr">
            <a:normAutofit/>
          </a:bodyPr>
          <a:lstStyle/>
          <a:p>
            <a:r>
              <a:rPr lang="en-US" altLang="zh-CN" noProof="1"/>
              <a:t>Click to edit Master title style</a:t>
            </a:r>
            <a:endParaRPr lang="en-US" dirty="0"/>
          </a:p>
        </p:txBody>
      </p:sp>
      <p:sp>
        <p:nvSpPr>
          <p:cNvPr id="13" name="Rectangle 5"/>
          <p:cNvSpPr>
            <a:spLocks noGrp="1"/>
          </p:cNvSpPr>
          <p:nvPr>
            <p:ph type="body" idx="1"/>
          </p:nvPr>
        </p:nvSpPr>
        <p:spPr>
          <a:xfrm>
            <a:off x="457200" y="1600200"/>
            <a:ext cx="8229600" cy="4525963"/>
          </a:xfrm>
          <a:prstGeom prst="rect">
            <a:avLst/>
          </a:prstGeom>
        </p:spPr>
        <p:txBody>
          <a:bodyPr>
            <a:normAutofit/>
          </a:bodyPr>
          <a:lstStyle/>
          <a:p>
            <a:pPr lvl="0"/>
            <a:r>
              <a:rPr lang="en-US" altLang="zh-CN" noProof="1"/>
              <a:t>Click to edit Master text styles</a:t>
            </a:r>
          </a:p>
          <a:p>
            <a:pPr lvl="1"/>
            <a:r>
              <a:rPr lang="en-US" altLang="zh-CN" noProof="1"/>
              <a:t>Second level</a:t>
            </a:r>
          </a:p>
          <a:p>
            <a:pPr lvl="2"/>
            <a:r>
              <a:rPr lang="en-US" altLang="zh-CN" noProof="1"/>
              <a:t>Third level</a:t>
            </a:r>
          </a:p>
          <a:p>
            <a:pPr lvl="3"/>
            <a:r>
              <a:rPr lang="en-US" altLang="zh-CN" noProof="1"/>
              <a:t>Fourth level</a:t>
            </a:r>
          </a:p>
          <a:p>
            <a:pPr lvl="4"/>
            <a:r>
              <a:rPr lang="en-US" altLang="zh-CN" noProof="1"/>
              <a:t>Fifth level</a:t>
            </a:r>
            <a:endParaRPr lang="en-US" dirty="0"/>
          </a:p>
        </p:txBody>
      </p:sp>
      <p:sp>
        <p:nvSpPr>
          <p:cNvPr id="29" name="Rectangle 3"/>
          <p:cNvSpPr>
            <a:spLocks noGrp="1"/>
          </p:cNvSpPr>
          <p:nvPr>
            <p:ph type="dt" sz="half" idx="2"/>
          </p:nvPr>
        </p:nvSpPr>
        <p:spPr>
          <a:xfrm>
            <a:off x="66675" y="6559360"/>
            <a:ext cx="2438400" cy="244475"/>
          </a:xfrm>
          <a:prstGeom prst="rect">
            <a:avLst/>
          </a:prstGeom>
        </p:spPr>
        <p:txBody>
          <a:bodyPr anchor="b"/>
          <a:lstStyle>
            <a:lvl1pPr>
              <a:defRPr sz="1200">
                <a:solidFill>
                  <a:schemeClr val="tx2"/>
                </a:solidFill>
              </a:defRPr>
            </a:lvl1pPr>
          </a:lstStyle>
          <a:p>
            <a:fld id="{F30C84A2-23CF-44F5-B813-5187ED5C7D1C}" type="datetimeFigureOut">
              <a:rPr lang="en-US" sz="1200" smtClean="0">
                <a:solidFill>
                  <a:schemeClr val="tx2"/>
                </a:solidFill>
              </a:rPr>
              <a:t>6/14/2026</a:t>
            </a:fld>
            <a:endParaRPr lang="en-US" sz="1200" dirty="0">
              <a:solidFill>
                <a:schemeClr val="tx2"/>
              </a:solidFill>
            </a:endParaRPr>
          </a:p>
        </p:txBody>
      </p:sp>
      <p:sp>
        <p:nvSpPr>
          <p:cNvPr id="20" name="Rectangle 25"/>
          <p:cNvSpPr>
            <a:spLocks noGrp="1"/>
          </p:cNvSpPr>
          <p:nvPr>
            <p:ph type="ftr" sz="quarter" idx="3"/>
          </p:nvPr>
        </p:nvSpPr>
        <p:spPr>
          <a:xfrm>
            <a:off x="2995653" y="6558153"/>
            <a:ext cx="4648200" cy="246888"/>
          </a:xfrm>
          <a:prstGeom prst="rect">
            <a:avLst/>
          </a:prstGeom>
        </p:spPr>
        <p:txBody>
          <a:bodyPr anchor="b"/>
          <a:lstStyle>
            <a:lvl1pPr algn="ctr">
              <a:defRPr sz="1200">
                <a:solidFill>
                  <a:schemeClr val="tx2"/>
                </a:solidFill>
              </a:defRPr>
            </a:lvl1pPr>
          </a:lstStyle>
          <a:p>
            <a:pPr algn="ctr"/>
            <a:endParaRPr lang="en-US" sz="1200" dirty="0">
              <a:solidFill>
                <a:schemeClr val="tx2"/>
              </a:solidFill>
            </a:endParaRPr>
          </a:p>
        </p:txBody>
      </p:sp>
      <p:sp>
        <p:nvSpPr>
          <p:cNvPr id="23" name="Rectangle 16"/>
          <p:cNvSpPr>
            <a:spLocks noGrp="1"/>
          </p:cNvSpPr>
          <p:nvPr>
            <p:ph type="sldNum" sz="quarter" idx="4"/>
          </p:nvPr>
        </p:nvSpPr>
        <p:spPr>
          <a:xfrm>
            <a:off x="8172450" y="6559360"/>
            <a:ext cx="914400" cy="244475"/>
          </a:xfrm>
          <a:prstGeom prst="rect">
            <a:avLst/>
          </a:prstGeom>
        </p:spPr>
        <p:txBody>
          <a:bodyPr/>
          <a:lstStyle>
            <a:lvl1pPr algn="r">
              <a:defRPr sz="1200">
                <a:solidFill>
                  <a:schemeClr val="tx2"/>
                </a:solidFill>
              </a:defRPr>
            </a:lvl1pPr>
          </a:lstStyle>
          <a:p>
            <a:pPr algn="r"/>
            <a:fld id="{F99EC173-99AE-4773-AB25-02E469A13EAE}" type="slidenum">
              <a:rPr lang="en-US" sz="1200" smtClean="0">
                <a:solidFill>
                  <a:schemeClr val="tx2"/>
                </a:solidFill>
              </a:rPr>
              <a:t>‹#›</a:t>
            </a:fld>
            <a:endParaRPr lang="en-US" sz="1200" dirty="0">
              <a:solidFill>
                <a:schemeClr val="tx2"/>
              </a:solidFill>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transition>
    <p:fade/>
  </p:transition>
  <p:txStyles>
    <p:titleStyle>
      <a:lvl1pPr algn="l" rtl="0" eaLnBrk="1" latinLnBrk="0" hangingPunct="1">
        <a:spcBef>
          <a:spcPct val="0"/>
        </a:spcBef>
        <a:buNone/>
        <a:defRPr sz="3200" cap="all" baseline="0">
          <a:solidFill>
            <a:schemeClr val="tx2"/>
          </a:solidFill>
          <a:effectLst>
            <a:outerShdw blurRad="51000" dist="37000" dir="540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rtl="0" eaLnBrk="1" latinLnBrk="0" hangingPunct="1">
        <a:spcBef>
          <a:spcPct val="20000"/>
        </a:spcBef>
        <a:buChar char="•"/>
        <a:defRPr sz="2400">
          <a:solidFill>
            <a:schemeClr val="tx1"/>
          </a:solidFill>
          <a:latin typeface="+mn-lt"/>
          <a:ea typeface="+mn-ea"/>
          <a:cs typeface="+mn-cs"/>
        </a:defRPr>
      </a:lvl1pPr>
      <a:lvl2pPr marL="742950" indent="-285750" algn="l" rtl="0" eaLnBrk="1" latinLnBrk="0" hangingPunct="1">
        <a:spcBef>
          <a:spcPct val="20000"/>
        </a:spcBef>
        <a:buChar char="–"/>
        <a:defRPr sz="2400">
          <a:solidFill>
            <a:schemeClr val="tx1"/>
          </a:solidFill>
          <a:latin typeface="+mn-lt"/>
          <a:ea typeface="+mn-ea"/>
          <a:cs typeface="+mn-cs"/>
        </a:defRPr>
      </a:lvl2pPr>
      <a:lvl3pPr marL="1143000" indent="-228600" algn="l" rtl="0" eaLnBrk="1" latinLnBrk="0" hangingPunct="1">
        <a:spcBef>
          <a:spcPct val="20000"/>
        </a:spcBef>
        <a:buChar char="•"/>
        <a:defRPr sz="2000">
          <a:solidFill>
            <a:schemeClr val="tx1"/>
          </a:solidFill>
          <a:latin typeface="+mn-lt"/>
          <a:ea typeface="+mn-ea"/>
          <a:cs typeface="+mn-cs"/>
        </a:defRPr>
      </a:lvl3pPr>
      <a:lvl4pPr marL="1600200" indent="-228600" algn="l" rtl="0" eaLnBrk="1" latinLnBrk="0" hangingPunct="1">
        <a:spcBef>
          <a:spcPct val="20000"/>
        </a:spcBef>
        <a:buChar char="–"/>
        <a:defRPr sz="1800">
          <a:solidFill>
            <a:schemeClr val="tx1"/>
          </a:solidFill>
          <a:latin typeface="+mn-lt"/>
          <a:ea typeface="+mn-ea"/>
          <a:cs typeface="+mn-cs"/>
        </a:defRPr>
      </a:lvl4pPr>
      <a:lvl5pPr marL="2057400" indent="-228600" algn="l" rtl="0" eaLnBrk="1" latinLnBrk="0" hangingPunct="1">
        <a:spcBef>
          <a:spcPct val="20000"/>
        </a:spcBef>
        <a:buChar char="»"/>
        <a:defRPr sz="1600">
          <a:solidFill>
            <a:schemeClr val="tx1"/>
          </a:solidFill>
          <a:latin typeface="+mn-lt"/>
          <a:ea typeface="+mn-ea"/>
          <a:cs typeface="+mn-cs"/>
        </a:defRPr>
      </a:lvl5pPr>
      <a:lvl6pPr marL="2514600" indent="-228600" algn="l" rtl="0" eaLnBrk="1" latinLnBrk="0" hangingPunct="1">
        <a:spcBef>
          <a:spcPct val="20000"/>
        </a:spcBef>
        <a:buChar char="•"/>
        <a:defRPr sz="2000">
          <a:solidFill>
            <a:schemeClr val="tx1"/>
          </a:solidFill>
          <a:latin typeface="+mn-lt"/>
          <a:ea typeface="+mn-ea"/>
          <a:cs typeface="+mn-cs"/>
        </a:defRPr>
      </a:lvl6pPr>
      <a:lvl7pPr marL="2971800" indent="-228600" algn="l" rtl="0" eaLnBrk="1" latinLnBrk="0" hangingPunct="1">
        <a:spcBef>
          <a:spcPct val="20000"/>
        </a:spcBef>
        <a:buChar char="•"/>
        <a:defRPr sz="2000">
          <a:solidFill>
            <a:schemeClr val="tx1"/>
          </a:solidFill>
          <a:latin typeface="+mn-lt"/>
          <a:ea typeface="+mn-ea"/>
          <a:cs typeface="+mn-cs"/>
        </a:defRPr>
      </a:lvl7pPr>
      <a:lvl8pPr marL="3429000" indent="-228600" algn="l" rtl="0" eaLnBrk="1" latinLnBrk="0" hangingPunct="1">
        <a:spcBef>
          <a:spcPct val="20000"/>
        </a:spcBef>
        <a:buChar char="•"/>
        <a:defRPr sz="2000">
          <a:solidFill>
            <a:schemeClr val="tx1"/>
          </a:solidFill>
          <a:latin typeface="+mn-lt"/>
          <a:ea typeface="+mn-ea"/>
          <a:cs typeface="+mn-cs"/>
        </a:defRPr>
      </a:lvl8pPr>
      <a:lvl9pPr marL="3886200" indent="-228600" algn="l" rtl="0" eaLnBrk="1" latinLnBrk="0" hangingPunct="1">
        <a:spcBef>
          <a:spcPct val="20000"/>
        </a:spcBef>
        <a:buChar char="•"/>
        <a:defRPr sz="2000">
          <a:solidFill>
            <a:schemeClr val="tx1"/>
          </a:solidFill>
          <a:latin typeface="+mn-lt"/>
          <a:ea typeface="+mn-ea"/>
          <a:cs typeface="+mn-cs"/>
        </a:defRPr>
      </a:lvl9pPr>
    </p:bodyStyle>
    <p:otherStyle>
      <a:lvl1pPr marL="0" algn="l" rtl="0" eaLnBrk="1" hangingPunct="1">
        <a:defRPr>
          <a:solidFill>
            <a:schemeClr val="tx1"/>
          </a:solidFill>
          <a:latin typeface="+mn-lt"/>
          <a:ea typeface="+mn-ea"/>
          <a:cs typeface="+mn-cs"/>
        </a:defRPr>
      </a:lvl1pPr>
      <a:lvl2pPr marL="457200" algn="l" rtl="0" eaLnBrk="1" hangingPunct="1">
        <a:defRPr>
          <a:solidFill>
            <a:schemeClr val="tx1"/>
          </a:solidFill>
          <a:latin typeface="+mn-lt"/>
          <a:ea typeface="+mn-ea"/>
          <a:cs typeface="+mn-cs"/>
        </a:defRPr>
      </a:lvl2pPr>
      <a:lvl3pPr marL="914400" algn="l" rtl="0" eaLnBrk="1" hangingPunct="1">
        <a:defRPr>
          <a:solidFill>
            <a:schemeClr val="tx1"/>
          </a:solidFill>
          <a:latin typeface="+mn-lt"/>
          <a:ea typeface="+mn-ea"/>
          <a:cs typeface="+mn-cs"/>
        </a:defRPr>
      </a:lvl3pPr>
      <a:lvl4pPr marL="1371600" algn="l" rtl="0" eaLnBrk="1" hangingPunct="1">
        <a:defRPr>
          <a:solidFill>
            <a:schemeClr val="tx1"/>
          </a:solidFill>
          <a:latin typeface="+mn-lt"/>
          <a:ea typeface="+mn-ea"/>
          <a:cs typeface="+mn-cs"/>
        </a:defRPr>
      </a:lvl4pPr>
      <a:lvl5pPr marL="1828800" algn="l" rtl="0" eaLnBrk="1" hangingPunct="1">
        <a:defRPr>
          <a:solidFill>
            <a:schemeClr val="tx1"/>
          </a:solidFill>
          <a:latin typeface="+mn-lt"/>
          <a:ea typeface="+mn-ea"/>
          <a:cs typeface="+mn-cs"/>
        </a:defRPr>
      </a:lvl5pPr>
      <a:lvl6pPr marL="2286000" algn="l" rtl="0" eaLnBrk="1" hangingPunct="1">
        <a:defRPr>
          <a:solidFill>
            <a:schemeClr val="tx1"/>
          </a:solidFill>
          <a:latin typeface="+mn-lt"/>
          <a:ea typeface="+mn-ea"/>
          <a:cs typeface="+mn-cs"/>
        </a:defRPr>
      </a:lvl6pPr>
      <a:lvl7pPr marL="2743200" algn="l" rtl="0" eaLnBrk="1" hangingPunct="1">
        <a:defRPr>
          <a:solidFill>
            <a:schemeClr val="tx1"/>
          </a:solidFill>
          <a:latin typeface="+mn-lt"/>
          <a:ea typeface="+mn-ea"/>
          <a:cs typeface="+mn-cs"/>
        </a:defRPr>
      </a:lvl7pPr>
      <a:lvl8pPr marL="3200400" algn="l" rtl="0" eaLnBrk="1" hangingPunct="1">
        <a:defRPr>
          <a:solidFill>
            <a:schemeClr val="tx1"/>
          </a:solidFill>
          <a:latin typeface="+mn-lt"/>
          <a:ea typeface="+mn-ea"/>
          <a:cs typeface="+mn-cs"/>
        </a:defRPr>
      </a:lvl8pPr>
      <a:lvl9pPr marL="3657600" algn="l" rtl="0" eaLnBrk="1" hangingPunct="1">
        <a:defRPr>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30C84A2-23CF-44F5-B813-5187ED5C7D1C}" type="datetimeFigureOut">
              <a:rPr lang="en-US" sz="1200" smtClean="0">
                <a:solidFill>
                  <a:schemeClr val="tx2"/>
                </a:solidFill>
              </a:rPr>
              <a:t>6/14/2026</a:t>
            </a:fld>
            <a:endParaRPr lang="en-US" sz="1200" dirty="0">
              <a:solidFill>
                <a:schemeClr val="tx2"/>
              </a:solidFill>
            </a:endParaRPr>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algn="ctr"/>
            <a:endParaRPr lang="en-US" sz="1200" dirty="0">
              <a:solidFill>
                <a:schemeClr val="tx2"/>
              </a:solidFill>
            </a:endParaRPr>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algn="r"/>
            <a:fld id="{F99EC173-99AE-4773-AB25-02E469A13EAE}" type="slidenum">
              <a:rPr lang="en-US" sz="1200" smtClean="0">
                <a:solidFill>
                  <a:schemeClr val="tx2"/>
                </a:solidFill>
              </a:rPr>
              <a:t>‹#›</a:t>
            </a:fld>
            <a:endParaRPr lang="en-US" sz="1200" dirty="0">
              <a:solidFill>
                <a:schemeClr val="tx2"/>
              </a:solidFill>
            </a:endParaRPr>
          </a:p>
        </p:txBody>
      </p:sp>
    </p:spTree>
  </p:cSld>
  <p:clrMap bg1="dk1" tx1="lt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Lst>
  <p:transition>
    <p:fade/>
  </p:transition>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3.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04" y="44624"/>
            <a:ext cx="5631175" cy="4014331"/>
          </a:xfrm>
          <a:prstGeom prst="rect">
            <a:avLst/>
          </a:prstGeom>
        </p:spPr>
      </p:pic>
      <p:graphicFrame>
        <p:nvGraphicFramePr>
          <p:cNvPr id="3" name="表格 2">
            <a:extLst>
              <a:ext uri="{FF2B5EF4-FFF2-40B4-BE49-F238E27FC236}">
                <a16:creationId xmlns:a16="http://schemas.microsoft.com/office/drawing/2014/main" id="{0769149A-34A9-17C3-E763-3EDF71BBD434}"/>
              </a:ext>
            </a:extLst>
          </p:cNvPr>
          <p:cNvGraphicFramePr>
            <a:graphicFrameLocks noGrp="1"/>
          </p:cNvGraphicFramePr>
          <p:nvPr>
            <p:custDataLst>
              <p:tags r:id="rId1"/>
            </p:custDataLst>
            <p:extLst>
              <p:ext uri="{D42A27DB-BD31-4B8C-83A1-F6EECF244321}">
                <p14:modId xmlns:p14="http://schemas.microsoft.com/office/powerpoint/2010/main" val="1596923771"/>
              </p:ext>
            </p:extLst>
          </p:nvPr>
        </p:nvGraphicFramePr>
        <p:xfrm>
          <a:off x="5940152" y="3284984"/>
          <a:ext cx="3012048" cy="3342354"/>
        </p:xfrm>
        <a:graphic>
          <a:graphicData uri="http://schemas.openxmlformats.org/drawingml/2006/table">
            <a:tbl>
              <a:tblPr firstRow="1" bandRow="1">
                <a:tableStyleId>{5C22544A-7EE6-4342-B048-85BDC9FD1C3A}</a:tableStyleId>
              </a:tblPr>
              <a:tblGrid>
                <a:gridCol w="378751">
                  <a:extLst>
                    <a:ext uri="{9D8B030D-6E8A-4147-A177-3AD203B41FA5}">
                      <a16:colId xmlns:a16="http://schemas.microsoft.com/office/drawing/2014/main" val="20000"/>
                    </a:ext>
                  </a:extLst>
                </a:gridCol>
                <a:gridCol w="2633297">
                  <a:extLst>
                    <a:ext uri="{9D8B030D-6E8A-4147-A177-3AD203B41FA5}">
                      <a16:colId xmlns:a16="http://schemas.microsoft.com/office/drawing/2014/main" val="20001"/>
                    </a:ext>
                  </a:extLst>
                </a:gridCol>
              </a:tblGrid>
              <a:tr h="646758">
                <a:tc>
                  <a:txBody>
                    <a:bodyPr/>
                    <a:lstStyle/>
                    <a:p>
                      <a:pPr rtl="0">
                        <a:buNone/>
                      </a:pPr>
                      <a:endParaRPr lang="zh-CN" altLang="en-US" sz="2000" dirty="0">
                        <a:solidFill>
                          <a:srgbClr val="1F1F1F"/>
                        </a:solidFill>
                        <a:effectLst/>
                        <a:latin typeface="华文中宋" panose="02010600040101010101" pitchFamily="2" charset="-122"/>
                        <a:ea typeface="华文中宋" panose="02010600040101010101" pitchFamily="2" charset="-122"/>
                      </a:endParaRPr>
                    </a:p>
                  </a:txBody>
                  <a:tcPr marL="68580" marR="68580" anchor="ctr"/>
                </a:tc>
                <a:tc>
                  <a:txBody>
                    <a:bodyPr/>
                    <a:lstStyle/>
                    <a:p>
                      <a:pPr rtl="0">
                        <a:buNone/>
                      </a:pPr>
                      <a:r>
                        <a:rPr lang="zh-CN" altLang="en-US" sz="2000" b="1" dirty="0">
                          <a:solidFill>
                            <a:schemeClr val="bg1"/>
                          </a:solidFill>
                          <a:effectLst/>
                          <a:latin typeface="华文中宋" panose="02010600040101010101" pitchFamily="2" charset="-122"/>
                          <a:ea typeface="华文中宋" panose="02010600040101010101" pitchFamily="2" charset="-122"/>
                        </a:rPr>
                        <a:t>存在者类型</a:t>
                      </a:r>
                    </a:p>
                  </a:txBody>
                  <a:tcPr marL="68580" marR="68580" anchor="ctr"/>
                </a:tc>
                <a:extLst>
                  <a:ext uri="{0D108BD9-81ED-4DB2-BD59-A6C34878D82A}">
                    <a16:rowId xmlns:a16="http://schemas.microsoft.com/office/drawing/2014/main" val="10000"/>
                  </a:ext>
                </a:extLst>
              </a:tr>
              <a:tr h="646758">
                <a:tc>
                  <a:txBody>
                    <a:bodyPr/>
                    <a:lstStyle/>
                    <a:p>
                      <a:pPr rtl="0">
                        <a:buNone/>
                      </a:pPr>
                      <a:r>
                        <a:rPr lang="en-US" altLang="zh-CN" sz="2000" b="1">
                          <a:solidFill>
                            <a:srgbClr val="1F1F1F"/>
                          </a:solidFill>
                          <a:effectLst/>
                          <a:latin typeface="华文中宋" panose="02010600040101010101" pitchFamily="2" charset="-122"/>
                          <a:ea typeface="华文中宋" panose="02010600040101010101" pitchFamily="2" charset="-122"/>
                        </a:rPr>
                        <a:t>1</a:t>
                      </a:r>
                    </a:p>
                  </a:txBody>
                  <a:tcPr marL="68580" marR="68580" anchor="ctr"/>
                </a:tc>
                <a:tc>
                  <a:txBody>
                    <a:bodyPr/>
                    <a:lstStyle/>
                    <a:p>
                      <a:pPr rtl="0">
                        <a:buNone/>
                      </a:pPr>
                      <a:r>
                        <a:rPr lang="zh-CN" altLang="en-US" sz="2000" b="1" dirty="0">
                          <a:solidFill>
                            <a:srgbClr val="1F1F1F"/>
                          </a:solidFill>
                          <a:effectLst/>
                          <a:latin typeface="华文中宋" panose="02010600040101010101" pitchFamily="2" charset="-122"/>
                          <a:ea typeface="华文中宋" panose="02010600040101010101" pitchFamily="2" charset="-122"/>
                        </a:rPr>
                        <a:t>时间存在者</a:t>
                      </a:r>
                    </a:p>
                  </a:txBody>
                  <a:tcPr marL="68580" marR="68580" anchor="ctr"/>
                </a:tc>
                <a:extLst>
                  <a:ext uri="{0D108BD9-81ED-4DB2-BD59-A6C34878D82A}">
                    <a16:rowId xmlns:a16="http://schemas.microsoft.com/office/drawing/2014/main" val="10001"/>
                  </a:ext>
                </a:extLst>
              </a:tr>
              <a:tr h="646758">
                <a:tc>
                  <a:txBody>
                    <a:bodyPr/>
                    <a:lstStyle/>
                    <a:p>
                      <a:pPr rtl="0">
                        <a:buNone/>
                      </a:pPr>
                      <a:r>
                        <a:rPr lang="en-US" altLang="zh-CN" sz="2000" b="1">
                          <a:solidFill>
                            <a:srgbClr val="1F1F1F"/>
                          </a:solidFill>
                          <a:effectLst/>
                          <a:latin typeface="华文中宋" panose="02010600040101010101" pitchFamily="2" charset="-122"/>
                          <a:ea typeface="华文中宋" panose="02010600040101010101" pitchFamily="2" charset="-122"/>
                        </a:rPr>
                        <a:t>2</a:t>
                      </a:r>
                    </a:p>
                  </a:txBody>
                  <a:tcPr marL="68580" marR="68580" anchor="ctr"/>
                </a:tc>
                <a:tc>
                  <a:txBody>
                    <a:bodyPr/>
                    <a:lstStyle/>
                    <a:p>
                      <a:pPr rtl="0">
                        <a:buNone/>
                      </a:pPr>
                      <a:r>
                        <a:rPr lang="zh-CN" altLang="en-US" sz="2000" b="1" dirty="0">
                          <a:solidFill>
                            <a:srgbClr val="1F1F1F"/>
                          </a:solidFill>
                          <a:effectLst/>
                          <a:latin typeface="华文中宋" panose="02010600040101010101" pitchFamily="2" charset="-122"/>
                          <a:ea typeface="华文中宋" panose="02010600040101010101" pitchFamily="2" charset="-122"/>
                        </a:rPr>
                        <a:t>空间存在者</a:t>
                      </a:r>
                    </a:p>
                  </a:txBody>
                  <a:tcPr marL="68580" marR="68580" anchor="ctr"/>
                </a:tc>
                <a:extLst>
                  <a:ext uri="{0D108BD9-81ED-4DB2-BD59-A6C34878D82A}">
                    <a16:rowId xmlns:a16="http://schemas.microsoft.com/office/drawing/2014/main" val="10002"/>
                  </a:ext>
                </a:extLst>
              </a:tr>
              <a:tr h="646758">
                <a:tc>
                  <a:txBody>
                    <a:bodyPr/>
                    <a:lstStyle/>
                    <a:p>
                      <a:pPr rtl="0">
                        <a:buNone/>
                      </a:pPr>
                      <a:r>
                        <a:rPr lang="en-US" altLang="zh-CN" sz="2000" b="1">
                          <a:solidFill>
                            <a:srgbClr val="1F1F1F"/>
                          </a:solidFill>
                          <a:effectLst/>
                          <a:latin typeface="华文中宋" panose="02010600040101010101" pitchFamily="2" charset="-122"/>
                          <a:ea typeface="华文中宋" panose="02010600040101010101" pitchFamily="2" charset="-122"/>
                        </a:rPr>
                        <a:t>3</a:t>
                      </a:r>
                    </a:p>
                  </a:txBody>
                  <a:tcPr marL="68580" marR="68580" anchor="ctr"/>
                </a:tc>
                <a:tc>
                  <a:txBody>
                    <a:bodyPr/>
                    <a:lstStyle/>
                    <a:p>
                      <a:pPr rtl="0">
                        <a:buNone/>
                      </a:pPr>
                      <a:r>
                        <a:rPr lang="zh-CN" altLang="en-US" sz="2000" b="1" dirty="0">
                          <a:solidFill>
                            <a:srgbClr val="1F1F1F"/>
                          </a:solidFill>
                          <a:effectLst/>
                          <a:latin typeface="华文中宋" panose="02010600040101010101" pitchFamily="2" charset="-122"/>
                          <a:ea typeface="华文中宋" panose="02010600040101010101" pitchFamily="2" charset="-122"/>
                        </a:rPr>
                        <a:t>时间存在者暨空间存在者</a:t>
                      </a:r>
                    </a:p>
                  </a:txBody>
                  <a:tcPr marL="68580" marR="68580" anchor="ctr"/>
                </a:tc>
                <a:extLst>
                  <a:ext uri="{0D108BD9-81ED-4DB2-BD59-A6C34878D82A}">
                    <a16:rowId xmlns:a16="http://schemas.microsoft.com/office/drawing/2014/main" val="10003"/>
                  </a:ext>
                </a:extLst>
              </a:tr>
              <a:tr h="646758">
                <a:tc>
                  <a:txBody>
                    <a:bodyPr/>
                    <a:lstStyle/>
                    <a:p>
                      <a:pPr rtl="0">
                        <a:buNone/>
                      </a:pPr>
                      <a:r>
                        <a:rPr lang="en-US" altLang="zh-CN" sz="2000" b="1">
                          <a:solidFill>
                            <a:srgbClr val="1F1F1F"/>
                          </a:solidFill>
                          <a:effectLst/>
                          <a:latin typeface="华文中宋" panose="02010600040101010101" pitchFamily="2" charset="-122"/>
                          <a:ea typeface="华文中宋" panose="02010600040101010101" pitchFamily="2" charset="-122"/>
                        </a:rPr>
                        <a:t>4</a:t>
                      </a:r>
                    </a:p>
                  </a:txBody>
                  <a:tcPr marL="68580" marR="68580" anchor="ctr"/>
                </a:tc>
                <a:tc>
                  <a:txBody>
                    <a:bodyPr/>
                    <a:lstStyle/>
                    <a:p>
                      <a:pPr rtl="0">
                        <a:buNone/>
                      </a:pPr>
                      <a:r>
                        <a:rPr lang="zh-CN" altLang="en-US" sz="2000" b="1" dirty="0">
                          <a:solidFill>
                            <a:srgbClr val="1F1F1F"/>
                          </a:solidFill>
                          <a:effectLst/>
                          <a:latin typeface="华文中宋" panose="02010600040101010101" pitchFamily="2" charset="-122"/>
                          <a:ea typeface="华文中宋" panose="02010600040101010101" pitchFamily="2" charset="-122"/>
                        </a:rPr>
                        <a:t>非时间存在者暨空间存在者</a:t>
                      </a:r>
                    </a:p>
                  </a:txBody>
                  <a:tcPr marL="68580" marR="68580" anchor="ctr"/>
                </a:tc>
                <a:extLst>
                  <a:ext uri="{0D108BD9-81ED-4DB2-BD59-A6C34878D82A}">
                    <a16:rowId xmlns:a16="http://schemas.microsoft.com/office/drawing/2014/main" val="10004"/>
                  </a:ext>
                </a:extLst>
              </a:tr>
            </a:tbl>
          </a:graphicData>
        </a:graphic>
      </p:graphicFrame>
      <p:sp>
        <p:nvSpPr>
          <p:cNvPr id="5" name="文本框 4">
            <a:extLst>
              <a:ext uri="{FF2B5EF4-FFF2-40B4-BE49-F238E27FC236}">
                <a16:creationId xmlns:a16="http://schemas.microsoft.com/office/drawing/2014/main" id="{D5163838-D904-F6EF-9946-8720817A44A3}"/>
              </a:ext>
            </a:extLst>
          </p:cNvPr>
          <p:cNvSpPr txBox="1"/>
          <p:nvPr/>
        </p:nvSpPr>
        <p:spPr>
          <a:xfrm>
            <a:off x="5004048" y="2636912"/>
            <a:ext cx="4779010" cy="400110"/>
          </a:xfrm>
          <a:prstGeom prst="rect">
            <a:avLst/>
          </a:prstGeom>
          <a:noFill/>
        </p:spPr>
        <p:txBody>
          <a:bodyPr wrap="square" rtlCol="0">
            <a:spAutoFit/>
          </a:bodyPr>
          <a:lstStyle/>
          <a:p>
            <a:pPr algn="ctr"/>
            <a:r>
              <a:rPr lang="zh-CN" altLang="en-US" sz="2000" dirty="0">
                <a:latin typeface="华文中宋" panose="02010600040101010101" pitchFamily="2" charset="-122"/>
                <a:ea typeface="华文中宋" panose="02010600040101010101" pitchFamily="2" charset="-122"/>
              </a:rPr>
              <a:t>用时空作为框架来描述世界</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58" y="17917"/>
            <a:ext cx="9144000" cy="4524315"/>
          </a:xfrm>
          <a:prstGeom prst="rect">
            <a:avLst/>
          </a:prstGeom>
        </p:spPr>
        <p:txBody>
          <a:bodyPr wrap="square">
            <a:spAutoFit/>
          </a:bodyPr>
          <a:lstStyle/>
          <a:p>
            <a:pPr marL="342900" lvl="0" indent="-342900" algn="just">
              <a:spcAft>
                <a:spcPts val="0"/>
              </a:spcAft>
              <a:buFont typeface="+mj-lt"/>
              <a:buAutoNum type="arabicPeriod"/>
            </a:pPr>
            <a:r>
              <a:rPr lang="zh-CN" altLang="zh-CN" kern="100" dirty="0">
                <a:latin typeface="华文楷体" panose="02010600040101010101" pitchFamily="2" charset="-122"/>
                <a:ea typeface="华文楷体" panose="02010600040101010101" pitchFamily="2" charset="-122"/>
                <a:cs typeface="Times New Roman" panose="02020603050405020304" pitchFamily="18" charset="0"/>
              </a:rPr>
              <a:t>实在界</a:t>
            </a:r>
          </a:p>
          <a:p>
            <a:pPr marL="228600" indent="266700" algn="just">
              <a:spcAft>
                <a:spcPts val="0"/>
              </a:spcAft>
            </a:pPr>
            <a:r>
              <a:rPr lang="zh-CN" altLang="zh-CN" kern="100" dirty="0">
                <a:latin typeface="华文楷体" panose="02010600040101010101" pitchFamily="2" charset="-122"/>
                <a:ea typeface="华文楷体" panose="02010600040101010101" pitchFamily="2" charset="-122"/>
                <a:cs typeface="Times New Roman" panose="02020603050405020304" pitchFamily="18" charset="0"/>
              </a:rPr>
              <a:t>拉康理论中最难以捉摸的领域，它代表了人类无法完全理解和捕捉的现实，超越了语言和符号系统的能力。在实在界中，个体无法通过语言来准确表达自己，因为它是“不可知的”，是一种无法象征化的领域。实在界与人类的基本需求和欲望有关，但它又是一种无法完全满足的状态，因为它总是逃避象征化的尝试。</a:t>
            </a:r>
          </a:p>
          <a:p>
            <a:pPr lvl="0" algn="just">
              <a:spcAft>
                <a:spcPts val="0"/>
              </a:spcAft>
            </a:pPr>
            <a:r>
              <a:rPr lang="en-US" altLang="zh-CN" kern="100" dirty="0">
                <a:latin typeface="华文楷体" panose="02010600040101010101" pitchFamily="2" charset="-122"/>
                <a:ea typeface="华文楷体" panose="02010600040101010101" pitchFamily="2" charset="-122"/>
                <a:cs typeface="Times New Roman" panose="02020603050405020304" pitchFamily="18" charset="0"/>
              </a:rPr>
              <a:t>2.</a:t>
            </a:r>
            <a:r>
              <a:rPr lang="zh-CN" altLang="zh-CN" kern="100" dirty="0">
                <a:latin typeface="华文楷体" panose="02010600040101010101" pitchFamily="2" charset="-122"/>
                <a:ea typeface="华文楷体" panose="02010600040101010101" pitchFamily="2" charset="-122"/>
                <a:cs typeface="Times New Roman" panose="02020603050405020304" pitchFamily="18" charset="0"/>
              </a:rPr>
              <a:t>象征界</a:t>
            </a:r>
          </a:p>
          <a:p>
            <a:pPr marL="228600" indent="266700" algn="just">
              <a:spcAft>
                <a:spcPts val="0"/>
              </a:spcAft>
            </a:pPr>
            <a:r>
              <a:rPr lang="zh-CN" altLang="zh-CN" kern="100" dirty="0">
                <a:latin typeface="华文楷体" panose="02010600040101010101" pitchFamily="2" charset="-122"/>
                <a:ea typeface="华文楷体" panose="02010600040101010101" pitchFamily="2" charset="-122"/>
                <a:cs typeface="Times New Roman" panose="02020603050405020304" pitchFamily="18" charset="0"/>
              </a:rPr>
              <a:t>人类主体性的核心，通过符号系统和语言来建立和传达意义。在象征界中，个体通过语言和符号来理解和表达自己，同时也依靠语言来与他人交流和互动。象征界承载着文化和社会的规范，个体通过掌握和运用符号系统，形成了</a:t>
            </a:r>
            <a:r>
              <a:rPr lang="zh-CN" altLang="zh-CN" kern="1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自我的认同和社会角色</a:t>
            </a:r>
            <a:r>
              <a:rPr lang="zh-CN" altLang="zh-CN" kern="100" dirty="0">
                <a:latin typeface="华文楷体" panose="02010600040101010101" pitchFamily="2" charset="-122"/>
                <a:ea typeface="华文楷体" panose="02010600040101010101" pitchFamily="2" charset="-122"/>
                <a:cs typeface="Times New Roman" panose="02020603050405020304" pitchFamily="18" charset="0"/>
              </a:rPr>
              <a:t>。象征界也是无意识的结构，语言和规则塑造了个体的无意识。</a:t>
            </a:r>
          </a:p>
          <a:p>
            <a:pPr lvl="0" algn="just">
              <a:spcAft>
                <a:spcPts val="0"/>
              </a:spcAft>
            </a:pPr>
            <a:r>
              <a:rPr lang="en-US" altLang="zh-CN" kern="100" dirty="0">
                <a:latin typeface="华文楷体" panose="02010600040101010101" pitchFamily="2" charset="-122"/>
                <a:ea typeface="华文楷体" panose="02010600040101010101" pitchFamily="2" charset="-122"/>
                <a:cs typeface="Times New Roman" panose="02020603050405020304" pitchFamily="18" charset="0"/>
              </a:rPr>
              <a:t>3. </a:t>
            </a:r>
            <a:r>
              <a:rPr lang="zh-CN" altLang="zh-CN" kern="100" dirty="0">
                <a:latin typeface="华文楷体" panose="02010600040101010101" pitchFamily="2" charset="-122"/>
                <a:ea typeface="华文楷体" panose="02010600040101010101" pitchFamily="2" charset="-122"/>
                <a:cs typeface="Times New Roman" panose="02020603050405020304" pitchFamily="18" charset="0"/>
              </a:rPr>
              <a:t>想象界</a:t>
            </a:r>
            <a:endParaRPr lang="en-US" altLang="zh-CN" kern="100" dirty="0">
              <a:latin typeface="华文楷体" panose="02010600040101010101" pitchFamily="2" charset="-122"/>
              <a:ea typeface="华文楷体" panose="02010600040101010101" pitchFamily="2" charset="-122"/>
              <a:cs typeface="Times New Roman" panose="02020603050405020304" pitchFamily="18" charset="0"/>
            </a:endParaRPr>
          </a:p>
          <a:p>
            <a:pPr lvl="0" algn="just">
              <a:spcAft>
                <a:spcPts val="0"/>
              </a:spcAft>
            </a:pPr>
            <a:r>
              <a:rPr lang="zh-CN" altLang="zh-CN" kern="100" dirty="0">
                <a:latin typeface="华文楷体" panose="02010600040101010101" pitchFamily="2" charset="-122"/>
                <a:ea typeface="华文楷体" panose="02010600040101010101" pitchFamily="2" charset="-122"/>
                <a:cs typeface="Times New Roman" panose="02020603050405020304" pitchFamily="18" charset="0"/>
              </a:rPr>
              <a:t>与个体的自我形象和自我认同有关，是个体如何通过镜像阶段形成自我意识的领域。在想象界中，个体通过与他人的关系和互动来建构自我形象，这种自我形象往往是理想化的，并与他人的形象相互映照。想象界是充满幻想和错觉的领域，个体在这里寻求完整性和统一性，但这种完整性是虚幻的，因为它基于对自我和他人的想象性认同。</a:t>
            </a:r>
          </a:p>
          <a:p>
            <a:pPr marL="228600" indent="266700" algn="just">
              <a:spcAft>
                <a:spcPts val="0"/>
              </a:spcAft>
            </a:pPr>
            <a:r>
              <a:rPr lang="en-US" altLang="zh-CN" kern="100" dirty="0">
                <a:latin typeface="宋体" panose="02010600030101010101" pitchFamily="2" charset="-122"/>
                <a:ea typeface="等线" panose="02010600030101010101" pitchFamily="2" charset="-122"/>
                <a:cs typeface="Times New Roman" panose="02020603050405020304" pitchFamily="18" charset="0"/>
              </a:rPr>
              <a:t> </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4" name="矩形 3">
            <a:extLst>
              <a:ext uri="{FF2B5EF4-FFF2-40B4-BE49-F238E27FC236}">
                <a16:creationId xmlns:a16="http://schemas.microsoft.com/office/drawing/2014/main" id="{26A0D796-B944-3F31-19CE-75C6AA231003}"/>
              </a:ext>
            </a:extLst>
          </p:cNvPr>
          <p:cNvSpPr/>
          <p:nvPr/>
        </p:nvSpPr>
        <p:spPr>
          <a:xfrm>
            <a:off x="-108520" y="4653136"/>
            <a:ext cx="9144000" cy="923330"/>
          </a:xfrm>
          <a:prstGeom prst="rect">
            <a:avLst/>
          </a:prstGeom>
        </p:spPr>
        <p:txBody>
          <a:bodyPr wrap="square">
            <a:spAutoFit/>
          </a:bodyPr>
          <a:lstStyle/>
          <a:p>
            <a:pPr marL="228600" indent="266700" algn="just">
              <a:spcAft>
                <a:spcPts val="0"/>
              </a:spcAft>
            </a:pPr>
            <a:r>
              <a:rPr lang="zh-CN" altLang="zh-CN" kern="100" dirty="0">
                <a:latin typeface="华文楷体" panose="02010600040101010101" pitchFamily="2" charset="-122"/>
                <a:ea typeface="华文楷体" panose="02010600040101010101" pitchFamily="2" charset="-122"/>
                <a:cs typeface="Times New Roman" panose="02020603050405020304" pitchFamily="18" charset="0"/>
              </a:rPr>
              <a:t>拉康的三界理论强调了人类经验的复杂性，以及个体如何在不同的界域中经历异化和分裂。这些界域不是互相独立的，而是相互交织和影响，共同构成了个体的心理现实。通过理解三界，我们可以更深地探索人类的欲望、焦虑和主体性问题。</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73" y="44624"/>
            <a:ext cx="3655242" cy="456002"/>
          </a:xfrm>
        </p:spPr>
        <p:txBody>
          <a:bodyPr>
            <a:normAutofit/>
          </a:bodyPr>
          <a:lstStyle/>
          <a:p>
            <a:r>
              <a:rPr lang="zh-CN" altLang="en-US" sz="2000" dirty="0">
                <a:latin typeface="华文楷体" panose="02010600040101010101" pitchFamily="2" charset="-122"/>
                <a:ea typeface="华文楷体" panose="02010600040101010101" pitchFamily="2" charset="-122"/>
              </a:rPr>
              <a:t>一、话语形态与身份认同</a:t>
            </a:r>
            <a:endParaRPr lang="en-US" sz="2000" dirty="0">
              <a:latin typeface="华文楷体" panose="02010600040101010101" pitchFamily="2" charset="-122"/>
              <a:ea typeface="华文楷体" panose="02010600040101010101" pitchFamily="2" charset="-122"/>
            </a:endParaRPr>
          </a:p>
        </p:txBody>
      </p:sp>
      <p:sp>
        <p:nvSpPr>
          <p:cNvPr id="3" name="Content Placeholder 2"/>
          <p:cNvSpPr>
            <a:spLocks noGrp="1"/>
          </p:cNvSpPr>
          <p:nvPr>
            <p:ph idx="1"/>
          </p:nvPr>
        </p:nvSpPr>
        <p:spPr>
          <a:xfrm>
            <a:off x="45617" y="500626"/>
            <a:ext cx="4166343" cy="2476872"/>
          </a:xfrm>
        </p:spPr>
        <p:txBody>
          <a:bodyPr>
            <a:noAutofit/>
          </a:bodyPr>
          <a:lstStyle/>
          <a:p>
            <a:pPr marL="0" indent="0">
              <a:buNone/>
            </a:pPr>
            <a:r>
              <a:rPr lang="zh-CN" altLang="en-US" sz="1800" dirty="0">
                <a:latin typeface="华文楷体" panose="02010600040101010101" pitchFamily="2" charset="-122"/>
                <a:ea typeface="华文楷体" panose="02010600040101010101" pitchFamily="2" charset="-122"/>
              </a:rPr>
              <a:t>（</a:t>
            </a:r>
            <a:r>
              <a:rPr lang="en-US" altLang="en-US" sz="1800" dirty="0">
                <a:latin typeface="华文楷体" panose="02010600040101010101" pitchFamily="2" charset="-122"/>
                <a:ea typeface="华文楷体" panose="02010600040101010101" pitchFamily="2" charset="-122"/>
              </a:rPr>
              <a:t>一</a:t>
            </a:r>
            <a:r>
              <a:rPr lang="zh-CN" altLang="en-US" sz="1800" dirty="0">
                <a:latin typeface="华文楷体" panose="02010600040101010101" pitchFamily="2" charset="-122"/>
                <a:ea typeface="华文楷体" panose="02010600040101010101" pitchFamily="2" charset="-122"/>
              </a:rPr>
              <a:t>）</a:t>
            </a:r>
            <a:r>
              <a:rPr lang="en-US" altLang="en-US" sz="1800" dirty="0">
                <a:latin typeface="华文楷体" panose="02010600040101010101" pitchFamily="2" charset="-122"/>
                <a:ea typeface="华文楷体" panose="02010600040101010101" pitchFamily="2" charset="-122"/>
              </a:rPr>
              <a:t>、</a:t>
            </a:r>
            <a:r>
              <a:rPr lang="en-US" altLang="en-US" sz="1800" dirty="0">
                <a:latin typeface="华文楷体" panose="02010600040101010101" pitchFamily="2" charset="-122"/>
                <a:ea typeface="华文楷体" panose="02010600040101010101" pitchFamily="2" charset="-122"/>
                <a:cs typeface="仿宋" panose="02010609060101010101" pitchFamily="49" charset="-122"/>
              </a:rPr>
              <a:t>“语言是存在的家”</a:t>
            </a:r>
          </a:p>
          <a:p>
            <a:r>
              <a:rPr lang="en-US" altLang="zh-CN" sz="1800" dirty="0">
                <a:latin typeface="华文楷体" panose="02010600040101010101" pitchFamily="2" charset="-122"/>
                <a:ea typeface="华文楷体" panose="02010600040101010101" pitchFamily="2" charset="-122"/>
                <a:cs typeface="仿宋" panose="02010609060101010101" pitchFamily="49" charset="-122"/>
              </a:rPr>
              <a:t>1.</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语言不只是工具</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r>
              <a:rPr lang="zh-CN" altLang="zh-CN" sz="1800" dirty="0">
                <a:latin typeface="华文楷体" panose="02010600040101010101" pitchFamily="2" charset="-122"/>
                <a:ea typeface="华文楷体" panose="02010600040101010101" pitchFamily="2" charset="-122"/>
                <a:cs typeface="仿宋" panose="02010609060101010101" pitchFamily="49" charset="-122"/>
              </a:rPr>
              <a:t>2</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语言就是</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Logos(</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逻各斯</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a:t>
            </a:r>
          </a:p>
          <a:p>
            <a:pPr marL="114300" indent="0">
              <a:buNone/>
            </a:pPr>
            <a:r>
              <a:rPr lang="zh-CN" altLang="en-US" sz="1800" dirty="0">
                <a:latin typeface="华文楷体" panose="02010600040101010101" pitchFamily="2" charset="-122"/>
                <a:ea typeface="华文楷体" panose="02010600040101010101" pitchFamily="2" charset="-122"/>
                <a:cs typeface="仿宋" panose="02010609060101010101" pitchFamily="49" charset="-122"/>
              </a:rPr>
              <a:t>理性（</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ratio</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pPr marL="114300" indent="0">
              <a:buNone/>
            </a:pPr>
            <a:r>
              <a:rPr lang="zh-CN" altLang="zh-CN" sz="1800" dirty="0">
                <a:latin typeface="华文楷体" panose="02010600040101010101" pitchFamily="2" charset="-122"/>
                <a:ea typeface="华文楷体" panose="02010600040101010101" pitchFamily="2" charset="-122"/>
                <a:cs typeface="仿宋" panose="02010609060101010101" pitchFamily="49" charset="-122"/>
              </a:rPr>
              <a:t>希腊哲学</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Nous</a:t>
            </a:r>
            <a:r>
              <a:rPr lang="zh-CN" altLang="zh-CN" sz="1800" dirty="0">
                <a:latin typeface="华文楷体" panose="02010600040101010101" pitchFamily="2" charset="-122"/>
                <a:ea typeface="华文楷体" panose="02010600040101010101" pitchFamily="2" charset="-122"/>
                <a:cs typeface="仿宋" panose="02010609060101010101" pitchFamily="49" charset="-122"/>
              </a:rPr>
              <a:t>，</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logos</a:t>
            </a:r>
            <a:r>
              <a:rPr lang="zh-CN" altLang="zh-CN" sz="1800" dirty="0">
                <a:latin typeface="华文楷体" panose="02010600040101010101" pitchFamily="2" charset="-122"/>
                <a:ea typeface="华文楷体" panose="02010600040101010101" pitchFamily="2" charset="-122"/>
                <a:cs typeface="仿宋" panose="02010609060101010101" pitchFamily="49" charset="-122"/>
              </a:rPr>
              <a:t>，</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gnosis</a:t>
            </a:r>
            <a:r>
              <a:rPr lang="zh-CN" altLang="zh-CN" sz="1800" dirty="0">
                <a:latin typeface="华文楷体" panose="02010600040101010101" pitchFamily="2" charset="-122"/>
                <a:ea typeface="华文楷体" panose="02010600040101010101" pitchFamily="2" charset="-122"/>
                <a:cs typeface="仿宋" panose="02010609060101010101" pitchFamily="49" charset="-122"/>
              </a:rPr>
              <a:t>，</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episteme</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pPr marL="114300" indent="0">
              <a:buNone/>
            </a:pPr>
            <a:r>
              <a:rPr lang="zh-CN" altLang="zh-CN" sz="1800" dirty="0">
                <a:latin typeface="华文楷体" panose="02010600040101010101" pitchFamily="2" charset="-122"/>
                <a:ea typeface="华文楷体" panose="02010600040101010101" pitchFamily="2" charset="-122"/>
                <a:cs typeface="仿宋" panose="02010609060101010101" pitchFamily="49" charset="-122"/>
              </a:rPr>
              <a:t>英文：</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reason</a:t>
            </a:r>
            <a:r>
              <a:rPr lang="zh-CN" altLang="zh-CN" sz="1800" dirty="0">
                <a:latin typeface="华文楷体" panose="02010600040101010101" pitchFamily="2" charset="-122"/>
                <a:ea typeface="华文楷体" panose="02010600040101010101" pitchFamily="2" charset="-122"/>
                <a:cs typeface="仿宋" panose="02010609060101010101" pitchFamily="49" charset="-122"/>
              </a:rPr>
              <a:t>，</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rationality</a:t>
            </a:r>
            <a:r>
              <a:rPr lang="zh-CN" altLang="zh-CN" sz="1800" dirty="0">
                <a:latin typeface="华文楷体" panose="02010600040101010101" pitchFamily="2" charset="-122"/>
                <a:ea typeface="华文楷体" panose="02010600040101010101" pitchFamily="2" charset="-122"/>
                <a:cs typeface="仿宋" panose="02010609060101010101" pitchFamily="49" charset="-122"/>
              </a:rPr>
              <a:t>，</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intellectual</a:t>
            </a:r>
            <a:r>
              <a:rPr lang="zh-CN" altLang="zh-CN" sz="1800" dirty="0">
                <a:latin typeface="华文楷体" panose="02010600040101010101" pitchFamily="2" charset="-122"/>
                <a:ea typeface="华文楷体" panose="02010600040101010101" pitchFamily="2" charset="-122"/>
                <a:cs typeface="仿宋" panose="02010609060101010101" pitchFamily="49" charset="-122"/>
              </a:rPr>
              <a:t>，</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knowledge</a:t>
            </a:r>
            <a:endParaRPr lang="zh-CN" altLang="zh-CN" sz="1800" dirty="0">
              <a:latin typeface="华文楷体" panose="02010600040101010101" pitchFamily="2" charset="-122"/>
              <a:ea typeface="华文楷体" panose="02010600040101010101" pitchFamily="2" charset="-122"/>
              <a:cs typeface="仿宋" panose="02010609060101010101" pitchFamily="49" charset="-122"/>
            </a:endParaRPr>
          </a:p>
        </p:txBody>
      </p:sp>
      <p:sp>
        <p:nvSpPr>
          <p:cNvPr id="4" name="内容占位符 2"/>
          <p:cNvSpPr txBox="1">
            <a:spLocks/>
          </p:cNvSpPr>
          <p:nvPr/>
        </p:nvSpPr>
        <p:spPr>
          <a:xfrm>
            <a:off x="45617" y="3501008"/>
            <a:ext cx="2699792" cy="223224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r>
              <a:rPr lang="zh-CN" altLang="en-US" sz="1800" dirty="0">
                <a:latin typeface="华文楷体" panose="02010600040101010101" pitchFamily="2" charset="-122"/>
                <a:ea typeface="华文楷体" panose="02010600040101010101" pitchFamily="2" charset="-122"/>
              </a:rPr>
              <a:t>语言</a:t>
            </a:r>
            <a:r>
              <a:rPr lang="en-US" altLang="zh-CN" sz="1800" dirty="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符号</a:t>
            </a:r>
            <a:endParaRPr lang="en-US" altLang="zh-CN" sz="1800" dirty="0">
              <a:latin typeface="华文楷体" panose="02010600040101010101" pitchFamily="2" charset="-122"/>
              <a:ea typeface="华文楷体" panose="02010600040101010101" pitchFamily="2" charset="-122"/>
            </a:endParaRPr>
          </a:p>
          <a:p>
            <a:r>
              <a:rPr lang="zh-CN" altLang="en-US" sz="1800" dirty="0">
                <a:latin typeface="华文楷体" panose="02010600040101010101" pitchFamily="2" charset="-122"/>
                <a:ea typeface="华文楷体" panose="02010600040101010101" pitchFamily="2" charset="-122"/>
              </a:rPr>
              <a:t>书写：文字</a:t>
            </a:r>
            <a:endParaRPr lang="en-US" altLang="zh-CN" sz="1800" dirty="0">
              <a:latin typeface="华文楷体" panose="02010600040101010101" pitchFamily="2" charset="-122"/>
              <a:ea typeface="华文楷体" panose="02010600040101010101" pitchFamily="2" charset="-122"/>
            </a:endParaRPr>
          </a:p>
          <a:p>
            <a:r>
              <a:rPr lang="zh-CN" altLang="en-US" sz="1800" dirty="0">
                <a:latin typeface="华文楷体" panose="02010600040101010101" pitchFamily="2" charset="-122"/>
                <a:ea typeface="华文楷体" panose="02010600040101010101" pitchFamily="2" charset="-122"/>
              </a:rPr>
              <a:t>口头：话语</a:t>
            </a:r>
            <a:endParaRPr lang="en-US" altLang="zh-CN" sz="1800" dirty="0">
              <a:latin typeface="华文楷体" panose="02010600040101010101" pitchFamily="2" charset="-122"/>
              <a:ea typeface="华文楷体" panose="02010600040101010101" pitchFamily="2" charset="-122"/>
            </a:endParaRPr>
          </a:p>
          <a:p>
            <a:r>
              <a:rPr lang="zh-CN" altLang="en-US" sz="1800" dirty="0">
                <a:latin typeface="华文楷体" panose="02010600040101010101" pitchFamily="2" charset="-122"/>
                <a:ea typeface="华文楷体" panose="02010600040101010101" pitchFamily="2" charset="-122"/>
              </a:rPr>
              <a:t>符号（能指）</a:t>
            </a:r>
            <a:endParaRPr lang="en-US" altLang="zh-CN" sz="1800" dirty="0">
              <a:latin typeface="华文楷体" panose="02010600040101010101" pitchFamily="2" charset="-122"/>
              <a:ea typeface="华文楷体" panose="02010600040101010101" pitchFamily="2" charset="-122"/>
            </a:endParaRPr>
          </a:p>
          <a:p>
            <a:r>
              <a:rPr lang="zh-CN" altLang="en-US" sz="1800" dirty="0">
                <a:latin typeface="华文楷体" panose="02010600040101010101" pitchFamily="2" charset="-122"/>
                <a:ea typeface="华文楷体" panose="02010600040101010101" pitchFamily="2" charset="-122"/>
              </a:rPr>
              <a:t>意义（所指）</a:t>
            </a:r>
          </a:p>
        </p:txBody>
      </p:sp>
      <p:sp>
        <p:nvSpPr>
          <p:cNvPr id="5" name="内容占位符 2"/>
          <p:cNvSpPr txBox="1">
            <a:spLocks/>
          </p:cNvSpPr>
          <p:nvPr/>
        </p:nvSpPr>
        <p:spPr>
          <a:xfrm>
            <a:off x="3995936" y="0"/>
            <a:ext cx="4392488" cy="378904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r>
              <a:rPr lang="en-US" altLang="zh-CN" sz="1800" dirty="0">
                <a:latin typeface="华文中宋" panose="02010600040101010101" pitchFamily="2" charset="-122"/>
                <a:ea typeface="华文中宋" panose="02010600040101010101" pitchFamily="2" charset="-122"/>
              </a:rPr>
              <a:t>A.</a:t>
            </a:r>
            <a:r>
              <a:rPr lang="zh-CN" altLang="en-US" sz="1800" dirty="0">
                <a:latin typeface="华文中宋" panose="02010600040101010101" pitchFamily="2" charset="-122"/>
                <a:ea typeface="华文中宋" panose="02010600040101010101" pitchFamily="2" charset="-122"/>
              </a:rPr>
              <a:t>语言理解</a:t>
            </a:r>
            <a:endParaRPr lang="en-US" altLang="zh-CN" sz="1800" dirty="0">
              <a:latin typeface="华文中宋" panose="02010600040101010101" pitchFamily="2" charset="-122"/>
              <a:ea typeface="华文中宋" panose="02010600040101010101" pitchFamily="2" charset="-122"/>
            </a:endParaRPr>
          </a:p>
          <a:p>
            <a:r>
              <a:rPr lang="en-US" altLang="zh-CN" sz="1800" dirty="0">
                <a:latin typeface="华文中宋" panose="02010600040101010101" pitchFamily="2" charset="-122"/>
                <a:ea typeface="华文中宋" panose="02010600040101010101" pitchFamily="2" charset="-122"/>
              </a:rPr>
              <a:t>B.</a:t>
            </a:r>
            <a:r>
              <a:rPr lang="zh-CN" altLang="en-US" sz="1800" dirty="0">
                <a:latin typeface="华文中宋" panose="02010600040101010101" pitchFamily="2" charset="-122"/>
                <a:ea typeface="华文中宋" panose="02010600040101010101" pitchFamily="2" charset="-122"/>
              </a:rPr>
              <a:t>语言产生</a:t>
            </a:r>
            <a:endParaRPr lang="en-US" altLang="zh-CN" sz="1800" dirty="0">
              <a:latin typeface="华文中宋" panose="02010600040101010101" pitchFamily="2" charset="-122"/>
              <a:ea typeface="华文中宋" panose="02010600040101010101" pitchFamily="2" charset="-122"/>
            </a:endParaRPr>
          </a:p>
          <a:p>
            <a:pPr marL="0" indent="0">
              <a:buFont typeface="Wingdings 3" panose="05040102010807070707" charset="2"/>
              <a:buNone/>
            </a:pPr>
            <a:r>
              <a:rPr lang="zh-CN" altLang="en-US" sz="1800" dirty="0">
                <a:latin typeface="华文中宋" panose="02010600040101010101" pitchFamily="2" charset="-122"/>
                <a:ea typeface="华文中宋" panose="02010600040101010101" pitchFamily="2" charset="-122"/>
              </a:rPr>
              <a:t>（语法、语音）</a:t>
            </a:r>
            <a:endParaRPr lang="en-US" altLang="zh-CN" sz="1800" dirty="0">
              <a:latin typeface="华文中宋" panose="02010600040101010101" pitchFamily="2" charset="-122"/>
              <a:ea typeface="华文中宋" panose="02010600040101010101" pitchFamily="2" charset="-122"/>
            </a:endParaRPr>
          </a:p>
          <a:p>
            <a:pPr marL="0" indent="0">
              <a:buFont typeface="Wingdings 3" panose="05040102010807070707" charset="2"/>
              <a:buNone/>
            </a:pPr>
            <a:r>
              <a:rPr lang="en-US" altLang="zh-CN" sz="1800" dirty="0">
                <a:latin typeface="华文中宋" panose="02010600040101010101" pitchFamily="2" charset="-122"/>
                <a:ea typeface="华文中宋" panose="02010600040101010101" pitchFamily="2" charset="-122"/>
              </a:rPr>
              <a:t>Broca</a:t>
            </a:r>
            <a:r>
              <a:rPr lang="zh-CN" altLang="en-US" sz="1800" dirty="0">
                <a:latin typeface="华文中宋" panose="02010600040101010101" pitchFamily="2" charset="-122"/>
                <a:ea typeface="华文中宋" panose="02010600040101010101" pitchFamily="2" charset="-122"/>
              </a:rPr>
              <a:t>区，额叶外侧（</a:t>
            </a:r>
            <a:r>
              <a:rPr lang="zh-CN" altLang="en-US" sz="1800" dirty="0">
                <a:solidFill>
                  <a:srgbClr val="FF0000"/>
                </a:solidFill>
                <a:latin typeface="华文中宋" panose="02010600040101010101" pitchFamily="2" charset="-122"/>
                <a:ea typeface="华文中宋" panose="02010600040101010101" pitchFamily="2" charset="-122"/>
              </a:rPr>
              <a:t>词的动作记忆贮存</a:t>
            </a:r>
            <a:r>
              <a:rPr lang="zh-CN" altLang="en-US" sz="1800" dirty="0">
                <a:latin typeface="华文中宋" panose="02010600040101010101" pitchFamily="2" charset="-122"/>
                <a:ea typeface="华文中宋" panose="02010600040101010101" pitchFamily="2" charset="-122"/>
              </a:rPr>
              <a:t>）</a:t>
            </a:r>
            <a:endParaRPr lang="en-US" altLang="zh-CN" sz="1800" dirty="0">
              <a:latin typeface="华文中宋" panose="02010600040101010101" pitchFamily="2" charset="-122"/>
              <a:ea typeface="华文中宋" panose="02010600040101010101" pitchFamily="2" charset="-122"/>
            </a:endParaRPr>
          </a:p>
          <a:p>
            <a:pPr marL="0" indent="0">
              <a:buFont typeface="Wingdings 3" panose="05040102010807070707" charset="2"/>
              <a:buNone/>
            </a:pPr>
            <a:r>
              <a:rPr lang="en-US" altLang="zh-CN" sz="1800" dirty="0">
                <a:latin typeface="华文中宋" panose="02010600040101010101" pitchFamily="2" charset="-122"/>
                <a:ea typeface="华文中宋" panose="02010600040101010101" pitchFamily="2" charset="-122"/>
              </a:rPr>
              <a:t>Wernicke</a:t>
            </a:r>
            <a:r>
              <a:rPr lang="zh-CN" altLang="en-US" sz="1800" dirty="0">
                <a:latin typeface="华文中宋" panose="02010600040101010101" pitchFamily="2" charset="-122"/>
                <a:ea typeface="华文中宋" panose="02010600040101010101" pitchFamily="2" charset="-122"/>
              </a:rPr>
              <a:t>（颞上皮质后部）（</a:t>
            </a:r>
            <a:r>
              <a:rPr lang="zh-CN" altLang="en-US" sz="1800" dirty="0">
                <a:solidFill>
                  <a:srgbClr val="FF0000"/>
                </a:solidFill>
                <a:latin typeface="华文中宋" panose="02010600040101010101" pitchFamily="2" charset="-122"/>
                <a:ea typeface="华文中宋" panose="02010600040101010101" pitchFamily="2" charset="-122"/>
              </a:rPr>
              <a:t>词的感觉记忆</a:t>
            </a:r>
            <a:r>
              <a:rPr lang="zh-CN" altLang="en-US" sz="1800" dirty="0">
                <a:latin typeface="华文中宋" panose="02010600040101010101" pitchFamily="2" charset="-122"/>
                <a:ea typeface="华文中宋" panose="02010600040101010101" pitchFamily="2" charset="-122"/>
              </a:rPr>
              <a:t>）</a:t>
            </a:r>
            <a:endParaRPr lang="en-US" altLang="zh-CN" sz="1800" dirty="0">
              <a:latin typeface="华文中宋" panose="02010600040101010101" pitchFamily="2" charset="-122"/>
              <a:ea typeface="华文中宋" panose="02010600040101010101" pitchFamily="2" charset="-122"/>
            </a:endParaRPr>
          </a:p>
          <a:p>
            <a:pPr marL="0" indent="0">
              <a:buFont typeface="Wingdings 3" panose="05040102010807070707" charset="2"/>
              <a:buNone/>
            </a:pPr>
            <a:r>
              <a:rPr lang="zh-CN" altLang="en-US" sz="1800" dirty="0">
                <a:latin typeface="华文中宋" panose="02010600040101010101" pitchFamily="2" charset="-122"/>
                <a:ea typeface="华文中宋" panose="02010600040101010101" pitchFamily="2" charset="-122"/>
              </a:rPr>
              <a:t>右侧大脑半球的同源区</a:t>
            </a:r>
            <a:endParaRPr lang="en-US" altLang="zh-CN" sz="1800" dirty="0">
              <a:latin typeface="华文中宋" panose="02010600040101010101" pitchFamily="2" charset="-122"/>
              <a:ea typeface="华文中宋" panose="02010600040101010101" pitchFamily="2" charset="-122"/>
            </a:endParaRPr>
          </a:p>
          <a:p>
            <a:pPr marL="0" indent="0">
              <a:buFont typeface="Wingdings 3" panose="05040102010807070707" charset="2"/>
              <a:buNone/>
            </a:pPr>
            <a:r>
              <a:rPr lang="zh-CN" altLang="en-US" sz="1800" dirty="0">
                <a:latin typeface="华文中宋" panose="02010600040101010101" pitchFamily="2" charset="-122"/>
                <a:ea typeface="华文中宋" panose="02010600040101010101" pitchFamily="2" charset="-122"/>
              </a:rPr>
              <a:t>记忆、保持、提取</a:t>
            </a:r>
            <a:endParaRPr lang="en-US" altLang="zh-CN" sz="1800" dirty="0">
              <a:latin typeface="华文中宋" panose="02010600040101010101" pitchFamily="2" charset="-122"/>
              <a:ea typeface="华文中宋" panose="02010600040101010101" pitchFamily="2" charset="-122"/>
            </a:endParaRPr>
          </a:p>
          <a:p>
            <a:r>
              <a:rPr lang="zh-CN" altLang="en-US" sz="1800" dirty="0">
                <a:solidFill>
                  <a:srgbClr val="FF0000"/>
                </a:solidFill>
                <a:latin typeface="华文中宋" panose="02010600040101010101" pitchFamily="2" charset="-122"/>
                <a:ea typeface="华文中宋" panose="02010600040101010101" pitchFamily="2" charset="-122"/>
              </a:rPr>
              <a:t>“单词意义怎样储存到大脑中以及它们怎样被视觉或听觉输入”</a:t>
            </a:r>
            <a:endParaRPr lang="en-US" altLang="zh-CN" sz="1800" dirty="0">
              <a:solidFill>
                <a:srgbClr val="FF0000"/>
              </a:solidFill>
              <a:latin typeface="华文中宋" panose="02010600040101010101" pitchFamily="2" charset="-122"/>
              <a:ea typeface="华文中宋" panose="02010600040101010101" pitchFamily="2" charset="-122"/>
            </a:endParaRPr>
          </a:p>
        </p:txBody>
      </p:sp>
      <p:sp>
        <p:nvSpPr>
          <p:cNvPr id="7" name="标题 1"/>
          <p:cNvSpPr txBox="1">
            <a:spLocks/>
          </p:cNvSpPr>
          <p:nvPr/>
        </p:nvSpPr>
        <p:spPr>
          <a:xfrm>
            <a:off x="3419872" y="3629975"/>
            <a:ext cx="4370452" cy="501055"/>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sz="2000">
                <a:latin typeface="华文中宋" panose="02010600040101010101" pitchFamily="2" charset="-122"/>
                <a:ea typeface="华文中宋" panose="02010600040101010101" pitchFamily="2" charset="-122"/>
                <a:cs typeface="华文中宋" panose="02010600040101010101" pitchFamily="2" charset="-122"/>
              </a:rPr>
              <a:t>Peter Hagoort</a:t>
            </a:r>
            <a:r>
              <a:rPr lang="zh-CN" altLang="en-US" sz="2000">
                <a:latin typeface="华文中宋" panose="02010600040101010101" pitchFamily="2" charset="-122"/>
                <a:ea typeface="华文中宋" panose="02010600040101010101" pitchFamily="2" charset="-122"/>
                <a:cs typeface="华文中宋" panose="02010600040101010101" pitchFamily="2" charset="-122"/>
              </a:rPr>
              <a:t>的语言加工神经模型</a:t>
            </a:r>
            <a:endParaRPr lang="zh-CN" altLang="en-US" sz="2000" dirty="0">
              <a:latin typeface="华文中宋" panose="02010600040101010101" pitchFamily="2" charset="-122"/>
              <a:ea typeface="华文中宋" panose="02010600040101010101" pitchFamily="2" charset="-122"/>
              <a:cs typeface="华文中宋" panose="02010600040101010101" pitchFamily="2" charset="-122"/>
            </a:endParaRPr>
          </a:p>
        </p:txBody>
      </p:sp>
      <p:sp>
        <p:nvSpPr>
          <p:cNvPr id="9" name="内容占位符 2">
            <a:extLst>
              <a:ext uri="{FF2B5EF4-FFF2-40B4-BE49-F238E27FC236}">
                <a16:creationId xmlns:a16="http://schemas.microsoft.com/office/drawing/2014/main" id="{3EE0B71E-62CE-ACB1-3294-D9221014E66E}"/>
              </a:ext>
            </a:extLst>
          </p:cNvPr>
          <p:cNvSpPr>
            <a:spLocks noGrp="1"/>
          </p:cNvSpPr>
          <p:nvPr/>
        </p:nvSpPr>
        <p:spPr>
          <a:xfrm>
            <a:off x="3851920" y="4115520"/>
            <a:ext cx="3347864" cy="2384187"/>
          </a:xfrm>
          <a:prstGeom prst="rect">
            <a:avLst/>
          </a:prstGeom>
        </p:spPr>
        <p:txBody>
          <a:bodyPr vert="horz" lIns="91440" tIns="45720" rIns="91440" bIns="45720" rtlCol="0">
            <a:normAutofit fontScale="95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None/>
            </a:pPr>
            <a:r>
              <a:rPr lang="zh-CN" altLang="en-US" sz="1800" dirty="0">
                <a:latin typeface="华文中宋" panose="02010600040101010101" pitchFamily="2" charset="-122"/>
                <a:ea typeface="华文中宋" panose="02010600040101010101" pitchFamily="2" charset="-122"/>
                <a:cs typeface="华文中宋" panose="02010600040101010101" pitchFamily="2" charset="-122"/>
              </a:rPr>
              <a:t>额叶区</a:t>
            </a:r>
          </a:p>
          <a:p>
            <a:pPr marL="0" indent="0">
              <a:buNone/>
            </a:pPr>
            <a:r>
              <a:rPr lang="zh-CN" altLang="en-US" sz="1800" dirty="0">
                <a:latin typeface="华文中宋" panose="02010600040101010101" pitchFamily="2" charset="-122"/>
                <a:ea typeface="华文中宋" panose="02010600040101010101" pitchFamily="2" charset="-122"/>
                <a:cs typeface="华文中宋" panose="02010600040101010101" pitchFamily="2" charset="-122"/>
              </a:rPr>
              <a:t>语义整合（</a:t>
            </a:r>
            <a:r>
              <a:rPr lang="en-US" altLang="zh-CN" sz="1800" dirty="0">
                <a:latin typeface="华文中宋" panose="02010600040101010101" pitchFamily="2" charset="-122"/>
                <a:ea typeface="华文中宋" panose="02010600040101010101" pitchFamily="2" charset="-122"/>
                <a:cs typeface="华文中宋" panose="02010600040101010101" pitchFamily="2" charset="-122"/>
              </a:rPr>
              <a:t>BA47,BA45</a:t>
            </a:r>
            <a:r>
              <a:rPr lang="zh-CN" altLang="en-US" sz="1800" dirty="0">
                <a:latin typeface="华文中宋" panose="02010600040101010101" pitchFamily="2" charset="-122"/>
                <a:ea typeface="华文中宋" panose="02010600040101010101" pitchFamily="2" charset="-122"/>
                <a:cs typeface="华文中宋" panose="02010600040101010101" pitchFamily="2" charset="-122"/>
              </a:rPr>
              <a:t>）</a:t>
            </a:r>
          </a:p>
          <a:p>
            <a:pPr marL="0" indent="0">
              <a:buNone/>
            </a:pPr>
            <a:r>
              <a:rPr lang="zh-CN" altLang="en-US" sz="1800" dirty="0">
                <a:latin typeface="华文中宋" panose="02010600040101010101" pitchFamily="2" charset="-122"/>
                <a:ea typeface="华文中宋" panose="02010600040101010101" pitchFamily="2" charset="-122"/>
                <a:cs typeface="华文中宋" panose="02010600040101010101" pitchFamily="2" charset="-122"/>
              </a:rPr>
              <a:t>句法整合（</a:t>
            </a:r>
            <a:r>
              <a:rPr lang="en-US" altLang="zh-CN" sz="1800" dirty="0">
                <a:latin typeface="华文中宋" panose="02010600040101010101" pitchFamily="2" charset="-122"/>
                <a:ea typeface="华文中宋" panose="02010600040101010101" pitchFamily="2" charset="-122"/>
                <a:cs typeface="华文中宋" panose="02010600040101010101" pitchFamily="2" charset="-122"/>
              </a:rPr>
              <a:t>BA45,BA44</a:t>
            </a:r>
            <a:r>
              <a:rPr lang="zh-CN" altLang="en-US" sz="1800" dirty="0">
                <a:latin typeface="华文中宋" panose="02010600040101010101" pitchFamily="2" charset="-122"/>
                <a:ea typeface="华文中宋" panose="02010600040101010101" pitchFamily="2" charset="-122"/>
                <a:cs typeface="华文中宋" panose="02010600040101010101" pitchFamily="2" charset="-122"/>
              </a:rPr>
              <a:t>）</a:t>
            </a:r>
          </a:p>
          <a:p>
            <a:pPr marL="0" indent="0">
              <a:buNone/>
            </a:pPr>
            <a:r>
              <a:rPr lang="zh-CN" altLang="en-US" sz="1800" dirty="0">
                <a:latin typeface="华文中宋" panose="02010600040101010101" pitchFamily="2" charset="-122"/>
                <a:ea typeface="华文中宋" panose="02010600040101010101" pitchFamily="2" charset="-122"/>
                <a:cs typeface="华文中宋" panose="02010600040101010101" pitchFamily="2" charset="-122"/>
              </a:rPr>
              <a:t>语音整合（</a:t>
            </a:r>
            <a:r>
              <a:rPr lang="en-US" altLang="zh-CN" sz="1800" dirty="0">
                <a:latin typeface="华文中宋" panose="02010600040101010101" pitchFamily="2" charset="-122"/>
                <a:ea typeface="华文中宋" panose="02010600040101010101" pitchFamily="2" charset="-122"/>
                <a:cs typeface="华文中宋" panose="02010600040101010101" pitchFamily="2" charset="-122"/>
              </a:rPr>
              <a:t>BA44,BA6</a:t>
            </a:r>
            <a:r>
              <a:rPr lang="zh-CN" altLang="en-US" sz="1800" dirty="0">
                <a:latin typeface="华文中宋" panose="02010600040101010101" pitchFamily="2" charset="-122"/>
                <a:ea typeface="华文中宋" panose="02010600040101010101" pitchFamily="2" charset="-122"/>
                <a:cs typeface="华文中宋" panose="02010600040101010101" pitchFamily="2" charset="-122"/>
              </a:rPr>
              <a:t>）</a:t>
            </a:r>
            <a:endParaRPr lang="en-US" altLang="zh-CN" sz="1800" dirty="0">
              <a:latin typeface="华文中宋" panose="02010600040101010101" pitchFamily="2" charset="-122"/>
              <a:ea typeface="华文中宋" panose="02010600040101010101" pitchFamily="2" charset="-122"/>
              <a:cs typeface="华文中宋" panose="02010600040101010101" pitchFamily="2" charset="-122"/>
            </a:endParaRPr>
          </a:p>
          <a:p>
            <a:pPr marL="0" indent="0">
              <a:buNone/>
            </a:pPr>
            <a:r>
              <a:rPr lang="zh-CN" altLang="en-US" sz="1800" dirty="0">
                <a:latin typeface="华文中宋" panose="02010600040101010101" pitchFamily="2" charset="-122"/>
                <a:ea typeface="华文中宋" panose="02010600040101010101" pitchFamily="2" charset="-122"/>
                <a:cs typeface="华文中宋" panose="02010600040101010101" pitchFamily="2" charset="-122"/>
              </a:rPr>
              <a:t>扣带前回、背外侧前额叶皮质</a:t>
            </a:r>
          </a:p>
          <a:p>
            <a:pPr marL="0" indent="0">
              <a:buNone/>
            </a:pPr>
            <a:r>
              <a:rPr lang="zh-CN" altLang="en-US" sz="1800" dirty="0">
                <a:latin typeface="华文中宋" panose="02010600040101010101" pitchFamily="2" charset="-122"/>
                <a:ea typeface="华文中宋" panose="02010600040101010101" pitchFamily="2" charset="-122"/>
                <a:cs typeface="华文中宋" panose="02010600040101010101" pitchFamily="2" charset="-122"/>
              </a:rPr>
              <a:t>（</a:t>
            </a:r>
            <a:r>
              <a:rPr lang="en-US" altLang="zh-CN" sz="1800" dirty="0">
                <a:latin typeface="华文中宋" panose="02010600040101010101" pitchFamily="2" charset="-122"/>
                <a:ea typeface="华文中宋" panose="02010600040101010101" pitchFamily="2" charset="-122"/>
                <a:cs typeface="华文中宋" panose="02010600040101010101" pitchFamily="2" charset="-122"/>
              </a:rPr>
              <a:t>BA46/9</a:t>
            </a:r>
            <a:r>
              <a:rPr lang="zh-CN" altLang="en-US" sz="1800" dirty="0">
                <a:latin typeface="华文中宋" panose="02010600040101010101" pitchFamily="2" charset="-122"/>
                <a:ea typeface="华文中宋" panose="02010600040101010101" pitchFamily="2" charset="-122"/>
                <a:cs typeface="华文中宋" panose="02010600040101010101" pitchFamily="2" charset="-122"/>
              </a:rPr>
              <a:t>）</a:t>
            </a:r>
            <a:r>
              <a:rPr lang="en-US" altLang="zh-CN" sz="1800" dirty="0">
                <a:latin typeface="华文中宋" panose="02010600040101010101" pitchFamily="2" charset="-122"/>
                <a:ea typeface="华文中宋" panose="02010600040101010101" pitchFamily="2" charset="-122"/>
                <a:cs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cs typeface="华文中宋" panose="02010600040101010101" pitchFamily="2" charset="-122"/>
              </a:rPr>
              <a:t>认知控制</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32049"/>
            <a:ext cx="9144000" cy="2604864"/>
          </a:xfrm>
        </p:spPr>
        <p:txBody>
          <a:bodyPr>
            <a:normAutofit/>
          </a:bodyPr>
          <a:lstStyle/>
          <a:p>
            <a:pPr marL="0" lvl="0" indent="0">
              <a:buNone/>
            </a:pPr>
            <a:r>
              <a:rPr lang="zh-CN" altLang="zh-CN" sz="1800" i="1" dirty="0">
                <a:latin typeface="华文楷体" panose="02010600040101010101" pitchFamily="2" charset="-122"/>
                <a:ea typeface="华文楷体" panose="02010600040101010101" pitchFamily="2" charset="-122"/>
              </a:rPr>
              <a:t>记号</a:t>
            </a:r>
            <a:r>
              <a:rPr lang="en-US" altLang="zh-CN" sz="1800" i="1" dirty="0">
                <a:latin typeface="华文楷体" panose="02010600040101010101" pitchFamily="2" charset="-122"/>
                <a:ea typeface="华文楷体" panose="02010600040101010101" pitchFamily="2" charset="-122"/>
              </a:rPr>
              <a:t>(symbol)</a:t>
            </a:r>
            <a:r>
              <a:rPr lang="zh-CN" altLang="zh-CN" sz="1800" dirty="0">
                <a:latin typeface="华文楷体" panose="02010600040101010101" pitchFamily="2" charset="-122"/>
                <a:ea typeface="华文楷体" panose="02010600040101010101" pitchFamily="2" charset="-122"/>
              </a:rPr>
              <a:t>主要通过能指与所指间被赋予的、确定的邻近性</a:t>
            </a:r>
            <a:r>
              <a:rPr lang="en-US" altLang="zh-CN" sz="1800" dirty="0">
                <a:latin typeface="华文楷体" panose="02010600040101010101" pitchFamily="2" charset="-122"/>
                <a:ea typeface="华文楷体" panose="02010600040101010101" pitchFamily="2" charset="-122"/>
              </a:rPr>
              <a:t>(imputed</a:t>
            </a:r>
            <a:r>
              <a:rPr lang="zh-CN" altLang="zh-CN" sz="1800" dirty="0">
                <a:latin typeface="华文楷体" panose="02010600040101010101" pitchFamily="2" charset="-122"/>
                <a:ea typeface="华文楷体" panose="02010600040101010101" pitchFamily="2" charset="-122"/>
              </a:rPr>
              <a:t>、</a:t>
            </a:r>
            <a:r>
              <a:rPr lang="en-US" altLang="zh-CN" sz="1800" dirty="0">
                <a:latin typeface="华文楷体" panose="02010600040101010101" pitchFamily="2" charset="-122"/>
                <a:ea typeface="华文楷体" panose="02010600040101010101" pitchFamily="2" charset="-122"/>
              </a:rPr>
              <a:t>learned contiguity) </a:t>
            </a:r>
            <a:r>
              <a:rPr lang="zh-CN" altLang="zh-CN" sz="1800" dirty="0">
                <a:latin typeface="华文楷体" panose="02010600040101010101" pitchFamily="2" charset="-122"/>
                <a:ea typeface="华文楷体" panose="02010600040101010101" pitchFamily="2" charset="-122"/>
              </a:rPr>
              <a:t>而行动。这种联系“在其规则中存在”，而且独立于任何相似性或物理邻近的在场或缺席。关于这种传统规则的知识对任何给定记号（</a:t>
            </a:r>
            <a:r>
              <a:rPr lang="en-US" altLang="zh-CN" sz="1800" dirty="0">
                <a:latin typeface="华文楷体" panose="02010600040101010101" pitchFamily="2" charset="-122"/>
                <a:ea typeface="华文楷体" panose="02010600040101010101" pitchFamily="2" charset="-122"/>
              </a:rPr>
              <a:t>given symbol</a:t>
            </a:r>
            <a:r>
              <a:rPr lang="zh-CN" altLang="zh-CN" sz="1800" dirty="0">
                <a:latin typeface="华文楷体" panose="02010600040101010101" pitchFamily="2" charset="-122"/>
                <a:ea typeface="华文楷体" panose="02010600040101010101" pitchFamily="2" charset="-122"/>
              </a:rPr>
              <a:t>）的解释者而言都是必需的。当且仅当有了这种规则</a:t>
            </a:r>
            <a:r>
              <a:rPr lang="zh-CN" altLang="zh-CN" sz="1800" i="1" dirty="0">
                <a:latin typeface="华文楷体" panose="02010600040101010101" pitchFamily="2" charset="-122"/>
                <a:ea typeface="华文楷体" panose="02010600040101010101" pitchFamily="2" charset="-122"/>
              </a:rPr>
              <a:t>记号</a:t>
            </a:r>
            <a:r>
              <a:rPr lang="zh-CN" altLang="zh-CN" sz="1800" dirty="0">
                <a:latin typeface="华文楷体" panose="02010600040101010101" pitchFamily="2" charset="-122"/>
                <a:ea typeface="华文楷体" panose="02010600040101010101" pitchFamily="2" charset="-122"/>
              </a:rPr>
              <a:t>才能真正得到解释。本来索绪尔及其弟子也是在相似的意义上使用符号一词，然而由于它在传统上包含着能指与所指（正义记号，尺度）间的某些天然结合，他拒绝使用该词。而在他的注解里约定俗成的记号暂时从属于被标识为</a:t>
            </a:r>
            <a:r>
              <a:rPr lang="zh-CN" altLang="zh-CN" sz="1800" i="1" dirty="0">
                <a:latin typeface="华文楷体" panose="02010600040101010101" pitchFamily="2" charset="-122"/>
                <a:ea typeface="华文楷体" panose="02010600040101010101" pitchFamily="2" charset="-122"/>
              </a:rPr>
              <a:t>义素</a:t>
            </a:r>
            <a:r>
              <a:rPr lang="zh-CN" altLang="zh-CN" sz="1800" dirty="0">
                <a:latin typeface="华文楷体" panose="02010600040101010101" pitchFamily="2" charset="-122"/>
                <a:ea typeface="华文楷体" panose="02010600040101010101" pitchFamily="2" charset="-122"/>
              </a:rPr>
              <a:t>（</a:t>
            </a:r>
            <a:r>
              <a:rPr lang="en-US" altLang="zh-CN" sz="1800" i="1" dirty="0" err="1">
                <a:latin typeface="华文楷体" panose="02010600040101010101" pitchFamily="2" charset="-122"/>
                <a:ea typeface="华文楷体" panose="02010600040101010101" pitchFamily="2" charset="-122"/>
              </a:rPr>
              <a:t>seme</a:t>
            </a:r>
            <a:r>
              <a:rPr lang="zh-CN" altLang="zh-CN" sz="1800" dirty="0">
                <a:latin typeface="华文楷体" panose="02010600040101010101" pitchFamily="2" charset="-122"/>
                <a:ea typeface="华文楷体" panose="02010600040101010101" pitchFamily="2" charset="-122"/>
              </a:rPr>
              <a:t>）的约定俗成的体系。而皮尔士选择</a:t>
            </a:r>
            <a:r>
              <a:rPr lang="zh-CN" altLang="zh-CN" sz="1800" i="1" dirty="0">
                <a:latin typeface="华文楷体" panose="02010600040101010101" pitchFamily="2" charset="-122"/>
                <a:ea typeface="华文楷体" panose="02010600040101010101" pitchFamily="2" charset="-122"/>
              </a:rPr>
              <a:t>义素</a:t>
            </a:r>
            <a:r>
              <a:rPr lang="zh-CN" altLang="zh-CN" sz="1800" dirty="0">
                <a:latin typeface="华文楷体" panose="02010600040101010101" pitchFamily="2" charset="-122"/>
                <a:ea typeface="华文楷体" panose="02010600040101010101" pitchFamily="2" charset="-122"/>
              </a:rPr>
              <a:t>（</a:t>
            </a:r>
            <a:r>
              <a:rPr lang="en-US" altLang="zh-CN" sz="1800" i="1" dirty="0" err="1">
                <a:latin typeface="华文楷体" panose="02010600040101010101" pitchFamily="2" charset="-122"/>
                <a:ea typeface="华文楷体" panose="02010600040101010101" pitchFamily="2" charset="-122"/>
              </a:rPr>
              <a:t>seme</a:t>
            </a:r>
            <a:r>
              <a:rPr lang="zh-CN" altLang="zh-CN" sz="1800" dirty="0">
                <a:latin typeface="华文楷体" panose="02010600040101010101" pitchFamily="2" charset="-122"/>
                <a:ea typeface="华文楷体" panose="02010600040101010101" pitchFamily="2" charset="-122"/>
              </a:rPr>
              <a:t>）一词有其特别不同的用意。人们满足于面对皮尔士以各种</a:t>
            </a:r>
            <a:r>
              <a:rPr lang="zh-CN" altLang="zh-CN" sz="1800" i="1" dirty="0">
                <a:latin typeface="华文楷体" panose="02010600040101010101" pitchFamily="2" charset="-122"/>
                <a:ea typeface="华文楷体" panose="02010600040101010101" pitchFamily="2" charset="-122"/>
              </a:rPr>
              <a:t>记号系统</a:t>
            </a:r>
            <a:r>
              <a:rPr lang="zh-CN" altLang="zh-CN" sz="1800" dirty="0">
                <a:latin typeface="华文楷体" panose="02010600040101010101" pitchFamily="2" charset="-122"/>
                <a:ea typeface="华文楷体" panose="02010600040101010101" pitchFamily="2" charset="-122"/>
              </a:rPr>
              <a:t>的意义来使用</a:t>
            </a:r>
            <a:r>
              <a:rPr lang="zh-CN" altLang="zh-CN" sz="1800" i="1" dirty="0">
                <a:latin typeface="华文楷体" panose="02010600040101010101" pitchFamily="2" charset="-122"/>
                <a:ea typeface="华文楷体" panose="02010600040101010101" pitchFamily="2" charset="-122"/>
              </a:rPr>
              <a:t>记号</a:t>
            </a:r>
            <a:r>
              <a:rPr lang="zh-CN" altLang="zh-CN" sz="1800" dirty="0">
                <a:latin typeface="华文楷体" panose="02010600040101010101" pitchFamily="2" charset="-122"/>
                <a:ea typeface="华文楷体" panose="02010600040101010101" pitchFamily="2" charset="-122"/>
              </a:rPr>
              <a:t>一词，却没觉察到惹火模糊性的危险。但由于缺乏更好的替代品而我们只好暂时保留皮尔士引介的这个词。</a:t>
            </a:r>
            <a:endParaRPr lang="zh-CN" altLang="en-US" sz="1800" dirty="0">
              <a:latin typeface="华文楷体" panose="02010600040101010101" pitchFamily="2" charset="-122"/>
              <a:ea typeface="华文楷体" panose="02010600040101010101" pitchFamily="2" charset="-122"/>
            </a:endParaRPr>
          </a:p>
        </p:txBody>
      </p:sp>
      <p:sp>
        <p:nvSpPr>
          <p:cNvPr id="5" name="内容占位符 2"/>
          <p:cNvSpPr txBox="1">
            <a:spLocks/>
          </p:cNvSpPr>
          <p:nvPr/>
        </p:nvSpPr>
        <p:spPr>
          <a:xfrm>
            <a:off x="0" y="2528900"/>
            <a:ext cx="9324528" cy="338437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Font typeface="Wingdings 3" panose="05040102010807070707" charset="2"/>
              <a:buNone/>
            </a:pPr>
            <a:r>
              <a:rPr lang="zh-CN" altLang="zh-CN" sz="1800" i="1" dirty="0">
                <a:latin typeface="华文楷体" panose="02010600040101010101" pitchFamily="2" charset="-122"/>
                <a:ea typeface="华文楷体" panose="02010600040101010101" pitchFamily="2" charset="-122"/>
              </a:rPr>
              <a:t>象似符（</a:t>
            </a:r>
            <a:r>
              <a:rPr lang="en-US" altLang="zh-CN" sz="1800" i="1" dirty="0">
                <a:latin typeface="华文楷体" panose="02010600040101010101" pitchFamily="2" charset="-122"/>
                <a:ea typeface="华文楷体" panose="02010600040101010101" pitchFamily="2" charset="-122"/>
              </a:rPr>
              <a:t>icon</a:t>
            </a:r>
            <a:r>
              <a:rPr lang="zh-CN" altLang="zh-CN" sz="1800" i="1" dirty="0">
                <a:latin typeface="华文楷体" panose="02010600040101010101" pitchFamily="2" charset="-122"/>
                <a:ea typeface="华文楷体" panose="02010600040101010101" pitchFamily="2" charset="-122"/>
              </a:rPr>
              <a:t>）</a:t>
            </a:r>
            <a:r>
              <a:rPr lang="zh-CN" altLang="zh-CN" sz="1800" dirty="0">
                <a:latin typeface="华文楷体" panose="02010600040101010101" pitchFamily="2" charset="-122"/>
                <a:ea typeface="华文楷体" panose="02010600040101010101" pitchFamily="2" charset="-122"/>
              </a:rPr>
              <a:t>主要通过其能指与所指间、动物图画与所画动物间的事实相似性而行动， “前者仅仅与后者相像”而代表后者。</a:t>
            </a:r>
            <a:r>
              <a:rPr lang="zh-CN" altLang="zh-CN" sz="1800" i="1" dirty="0">
                <a:latin typeface="华文楷体" panose="02010600040101010101" pitchFamily="2" charset="-122"/>
                <a:ea typeface="华文楷体" panose="02010600040101010101" pitchFamily="2" charset="-122"/>
              </a:rPr>
              <a:t>指示符</a:t>
            </a:r>
            <a:r>
              <a:rPr lang="en-US" altLang="zh-CN" sz="1800" i="1" dirty="0">
                <a:latin typeface="华文楷体" panose="02010600040101010101" pitchFamily="2" charset="-122"/>
                <a:ea typeface="华文楷体" panose="02010600040101010101" pitchFamily="2" charset="-122"/>
              </a:rPr>
              <a:t>(index)</a:t>
            </a:r>
            <a:r>
              <a:rPr lang="zh-CN" altLang="zh-CN" sz="1800" dirty="0">
                <a:latin typeface="华文楷体" panose="02010600040101010101" pitchFamily="2" charset="-122"/>
                <a:ea typeface="华文楷体" panose="02010600040101010101" pitchFamily="2" charset="-122"/>
              </a:rPr>
              <a:t>主要通过能指与所指间的事实的、实存的邻近性（</a:t>
            </a:r>
            <a:r>
              <a:rPr lang="en-US" altLang="zh-CN" sz="1800" dirty="0">
                <a:latin typeface="华文楷体" panose="02010600040101010101" pitchFamily="2" charset="-122"/>
                <a:ea typeface="华文楷体" panose="02010600040101010101" pitchFamily="2" charset="-122"/>
              </a:rPr>
              <a:t>contiguity</a:t>
            </a:r>
            <a:r>
              <a:rPr lang="zh-CN" altLang="zh-CN" sz="1800" dirty="0">
                <a:latin typeface="华文楷体" panose="02010600040101010101" pitchFamily="2" charset="-122"/>
                <a:ea typeface="华文楷体" panose="02010600040101010101" pitchFamily="2" charset="-122"/>
              </a:rPr>
              <a:t>）而行动，并且“从心理学上而言，标指行为依靠邻近性联想（</a:t>
            </a:r>
            <a:r>
              <a:rPr lang="en-US" altLang="zh-CN" sz="1800" dirty="0">
                <a:latin typeface="华文楷体" panose="02010600040101010101" pitchFamily="2" charset="-122"/>
                <a:ea typeface="华文楷体" panose="02010600040101010101" pitchFamily="2" charset="-122"/>
              </a:rPr>
              <a:t>association by contiguity</a:t>
            </a:r>
            <a:r>
              <a:rPr lang="zh-CN" altLang="zh-CN" sz="1800" dirty="0">
                <a:latin typeface="华文楷体" panose="02010600040101010101" pitchFamily="2" charset="-122"/>
                <a:ea typeface="华文楷体" panose="02010600040101010101" pitchFamily="2" charset="-122"/>
              </a:rPr>
              <a:t>）。”烟是火的标指，而俗语“无风不起浪”令任何解释烟的人推断出火的存在，而不管这烟是否是为了引起某人的注意而有意点的。罗宾逊·克鲁索发现一个标指：它的能指是沙中足迹，而它被推断的所指是他的岛上有人类。在皮尔士看来，作为可能发高烧之症状的脉搏加速是一个标指，这样，他的记号学就与被称为符号学、症状学或者症候学对疾病的医学研究真正结合起来了。</a:t>
            </a:r>
          </a:p>
        </p:txBody>
      </p:sp>
      <p:sp>
        <p:nvSpPr>
          <p:cNvPr id="6" name="内容占位符 2"/>
          <p:cNvSpPr txBox="1">
            <a:spLocks/>
          </p:cNvSpPr>
          <p:nvPr/>
        </p:nvSpPr>
        <p:spPr>
          <a:xfrm>
            <a:off x="-16425" y="4763197"/>
            <a:ext cx="9144000" cy="208823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114300" indent="0">
              <a:buFont typeface="Wingdings 3" panose="05040102010807070707" charset="2"/>
              <a:buNone/>
            </a:pPr>
            <a:r>
              <a:rPr lang="en-US" altLang="zh-CN" sz="1800" dirty="0">
                <a:latin typeface="华文楷体" panose="02010600040101010101" pitchFamily="2" charset="-122"/>
                <a:ea typeface="华文楷体" panose="02010600040101010101" pitchFamily="2" charset="-122"/>
                <a:cs typeface="仿宋" panose="02010609060101010101" pitchFamily="49" charset="-122"/>
              </a:rPr>
              <a:t>logos</a:t>
            </a:r>
            <a:r>
              <a:rPr lang="zh-CN" altLang="zh-CN" sz="1800" dirty="0">
                <a:latin typeface="华文楷体" panose="02010600040101010101" pitchFamily="2" charset="-122"/>
                <a:ea typeface="华文楷体" panose="02010600040101010101" pitchFamily="2" charset="-122"/>
                <a:cs typeface="仿宋" panose="02010609060101010101" pitchFamily="49" charset="-122"/>
              </a:rPr>
              <a:t>在《荷马史诗》中大都以动词形式出现，指的是物品交易中的价格计算，如这些货物值多少等等。计算出来后，就说出来。于是，这个词后来发展为：有计算的话。计算是一种尺度的衡量。因此，</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logos</a:t>
            </a:r>
            <a:r>
              <a:rPr lang="zh-CN" altLang="zh-CN" sz="1800" dirty="0">
                <a:latin typeface="华文楷体" panose="02010600040101010101" pitchFamily="2" charset="-122"/>
                <a:ea typeface="华文楷体" panose="02010600040101010101" pitchFamily="2" charset="-122"/>
                <a:cs typeface="仿宋" panose="02010609060101010101" pitchFamily="49" charset="-122"/>
              </a:rPr>
              <a:t>就成了一种表达“秩序”的话，进而作为一种推理。哲学上，命题推理就是</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logos</a:t>
            </a:r>
            <a:r>
              <a:rPr lang="zh-CN" altLang="zh-CN" sz="1800" dirty="0">
                <a:latin typeface="华文楷体" panose="02010600040101010101" pitchFamily="2" charset="-122"/>
                <a:ea typeface="华文楷体" panose="02010600040101010101" pitchFamily="2" charset="-122"/>
                <a:cs typeface="仿宋" panose="02010609060101010101" pitchFamily="49" charset="-122"/>
              </a:rPr>
              <a:t>。但是，柏拉图认为，</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Nous</a:t>
            </a:r>
            <a:r>
              <a:rPr lang="zh-CN" altLang="zh-CN" sz="1800" dirty="0">
                <a:latin typeface="华文楷体" panose="02010600040101010101" pitchFamily="2" charset="-122"/>
                <a:ea typeface="华文楷体" panose="02010600040101010101" pitchFamily="2" charset="-122"/>
                <a:cs typeface="仿宋" panose="02010609060101010101" pitchFamily="49" charset="-122"/>
              </a:rPr>
              <a:t>是推论者，因而在</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Nous</a:t>
            </a:r>
            <a:r>
              <a:rPr lang="zh-CN" altLang="zh-CN" sz="1800" dirty="0">
                <a:latin typeface="华文楷体" panose="02010600040101010101" pitchFamily="2" charset="-122"/>
                <a:ea typeface="华文楷体" panose="02010600040101010101" pitchFamily="2" charset="-122"/>
                <a:cs typeface="仿宋" panose="02010609060101010101" pitchFamily="49" charset="-122"/>
              </a:rPr>
              <a:t>中形成的</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logos</a:t>
            </a:r>
            <a:r>
              <a:rPr lang="zh-CN" altLang="zh-CN" sz="1800" dirty="0">
                <a:latin typeface="华文楷体" panose="02010600040101010101" pitchFamily="2" charset="-122"/>
                <a:ea typeface="华文楷体" panose="02010600040101010101" pitchFamily="2" charset="-122"/>
                <a:cs typeface="仿宋" panose="02010609060101010101" pitchFamily="49" charset="-122"/>
              </a:rPr>
              <a:t>和在</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logos</a:t>
            </a:r>
            <a:r>
              <a:rPr lang="zh-CN" altLang="zh-CN" sz="1800" dirty="0">
                <a:latin typeface="华文楷体" panose="02010600040101010101" pitchFamily="2" charset="-122"/>
                <a:ea typeface="华文楷体" panose="02010600040101010101" pitchFamily="2" charset="-122"/>
                <a:cs typeface="仿宋" panose="02010609060101010101" pitchFamily="49" charset="-122"/>
              </a:rPr>
              <a:t>中</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Nous</a:t>
            </a:r>
            <a:r>
              <a:rPr lang="zh-CN" altLang="zh-CN" sz="1800" dirty="0">
                <a:latin typeface="华文楷体" panose="02010600040101010101" pitchFamily="2" charset="-122"/>
                <a:ea typeface="华文楷体" panose="02010600040101010101" pitchFamily="2" charset="-122"/>
                <a:cs typeface="仿宋" panose="02010609060101010101" pitchFamily="49" charset="-122"/>
              </a:rPr>
              <a:t>是一回事。在近代哲学中，笛卡尔之后，</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reason</a:t>
            </a:r>
            <a:r>
              <a:rPr lang="zh-CN" altLang="zh-CN" sz="1800" dirty="0">
                <a:latin typeface="华文楷体" panose="02010600040101010101" pitchFamily="2" charset="-122"/>
                <a:ea typeface="华文楷体" panose="02010600040101010101" pitchFamily="2" charset="-122"/>
                <a:cs typeface="仿宋" panose="02010609060101010101" pitchFamily="49" charset="-122"/>
              </a:rPr>
              <a:t>和</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rationality</a:t>
            </a:r>
            <a:r>
              <a:rPr lang="zh-CN" altLang="zh-CN" sz="1800" dirty="0">
                <a:latin typeface="华文楷体" panose="02010600040101010101" pitchFamily="2" charset="-122"/>
                <a:ea typeface="华文楷体" panose="02010600040101010101" pitchFamily="2" charset="-122"/>
                <a:cs typeface="仿宋" panose="02010609060101010101" pitchFamily="49" charset="-122"/>
              </a:rPr>
              <a:t>基本上不做区别。然而，使用者心里对两者的区别还是存在的。康德用</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reason</a:t>
            </a:r>
            <a:r>
              <a:rPr lang="zh-CN" altLang="zh-CN" sz="1800" dirty="0">
                <a:latin typeface="华文楷体" panose="02010600040101010101" pitchFamily="2" charset="-122"/>
                <a:ea typeface="华文楷体" panose="02010600040101010101" pitchFamily="2" charset="-122"/>
                <a:cs typeface="仿宋" panose="02010609060101010101" pitchFamily="49" charset="-122"/>
              </a:rPr>
              <a:t>指推论者的推论活动，用</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rationality</a:t>
            </a:r>
            <a:r>
              <a:rPr lang="zh-CN" altLang="zh-CN" sz="1800" dirty="0">
                <a:latin typeface="华文楷体" panose="02010600040101010101" pitchFamily="2" charset="-122"/>
                <a:ea typeface="华文楷体" panose="02010600040101010101" pitchFamily="2" charset="-122"/>
                <a:cs typeface="仿宋" panose="02010609060101010101" pitchFamily="49" charset="-122"/>
              </a:rPr>
              <a:t>指称给出的推论。推论活动是内在的，给出的推论是外在的。</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9144000" cy="6126163"/>
          </a:xfrm>
        </p:spPr>
        <p:txBody>
          <a:bodyPr>
            <a:noAutofit/>
          </a:bodyPr>
          <a:lstStyle/>
          <a:p>
            <a:pPr marL="0" indent="0">
              <a:buNone/>
            </a:pPr>
            <a:r>
              <a:rPr lang="zh-CN" altLang="en-US" sz="1800" dirty="0">
                <a:latin typeface="华文楷体" panose="02010600040101010101" pitchFamily="2" charset="-122"/>
                <a:ea typeface="华文楷体" panose="02010600040101010101" pitchFamily="2" charset="-122"/>
                <a:cs typeface="仿宋" panose="02010609060101010101" pitchFamily="49" charset="-122"/>
              </a:rPr>
              <a:t>逻辑</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(logic)    </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秩序</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(order)----Chaos  </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身份建构</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认同、承认、自我实现</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a:t>
            </a:r>
          </a:p>
          <a:p>
            <a:pPr marL="0" indent="0">
              <a:buNone/>
            </a:pPr>
            <a:r>
              <a:rPr lang="zh-CN" altLang="zh-CN" sz="1800" dirty="0">
                <a:latin typeface="华文楷体" panose="02010600040101010101" pitchFamily="2" charset="-122"/>
                <a:ea typeface="华文楷体" panose="02010600040101010101" pitchFamily="2" charset="-122"/>
                <a:cs typeface="仿宋" panose="02010609060101010101" pitchFamily="49" charset="-122"/>
              </a:rPr>
              <a:t>3</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人的语言性</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pPr marL="0" indent="0">
              <a:buNone/>
            </a:pPr>
            <a:r>
              <a:rPr lang="en-US" altLang="zh-CN" sz="1800" dirty="0">
                <a:latin typeface="华文楷体" panose="02010600040101010101" pitchFamily="2" charset="-122"/>
                <a:ea typeface="华文楷体" panose="02010600040101010101" pitchFamily="2" charset="-122"/>
                <a:cs typeface="仿宋" panose="02010609060101010101" pitchFamily="49" charset="-122"/>
              </a:rPr>
              <a:t>“</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人是会说话的动物</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Aristotle</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a:t>
            </a:r>
          </a:p>
          <a:p>
            <a:pPr marL="0" indent="0">
              <a:buNone/>
            </a:pPr>
            <a:r>
              <a:rPr lang="zh-CN" altLang="en-US" sz="1800" dirty="0">
                <a:latin typeface="华文楷体" panose="02010600040101010101" pitchFamily="2" charset="-122"/>
                <a:ea typeface="华文楷体" panose="02010600040101010101" pitchFamily="2" charset="-122"/>
                <a:cs typeface="仿宋" panose="02010609060101010101" pitchFamily="49" charset="-122"/>
              </a:rPr>
              <a:t>人是历史性的动物</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pPr marL="0" indent="0">
              <a:buNone/>
            </a:pPr>
            <a:r>
              <a:rPr lang="en-US" altLang="zh-CN" sz="1800" dirty="0">
                <a:latin typeface="华文楷体" panose="02010600040101010101" pitchFamily="2" charset="-122"/>
                <a:ea typeface="华文楷体" panose="02010600040101010101" pitchFamily="2" charset="-122"/>
                <a:cs typeface="仿宋" panose="02010609060101010101" pitchFamily="49" charset="-122"/>
              </a:rPr>
              <a:t>4.</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“语言是存在的家”</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(Martin Heidegger)</a:t>
            </a:r>
          </a:p>
          <a:p>
            <a:r>
              <a:rPr lang="zh-CN" altLang="en-US" sz="1800" dirty="0">
                <a:latin typeface="华文楷体" panose="02010600040101010101" pitchFamily="2" charset="-122"/>
                <a:ea typeface="华文楷体" panose="02010600040101010101" pitchFamily="2" charset="-122"/>
                <a:cs typeface="仿宋" panose="02010609060101010101" pitchFamily="49" charset="-122"/>
              </a:rPr>
              <a:t>如何理解语言和存在的关系？</a:t>
            </a:r>
          </a:p>
        </p:txBody>
      </p:sp>
      <p:sp>
        <p:nvSpPr>
          <p:cNvPr id="4" name="文本框 3">
            <a:extLst>
              <a:ext uri="{FF2B5EF4-FFF2-40B4-BE49-F238E27FC236}">
                <a16:creationId xmlns:a16="http://schemas.microsoft.com/office/drawing/2014/main" id="{AA2A988D-903A-E54A-C816-983CD7B0244F}"/>
              </a:ext>
            </a:extLst>
          </p:cNvPr>
          <p:cNvSpPr txBox="1"/>
          <p:nvPr/>
        </p:nvSpPr>
        <p:spPr>
          <a:xfrm>
            <a:off x="179512" y="2432844"/>
            <a:ext cx="8592386" cy="3693319"/>
          </a:xfrm>
          <a:prstGeom prst="rect">
            <a:avLst/>
          </a:prstGeom>
          <a:noFill/>
        </p:spPr>
        <p:txBody>
          <a:bodyPr wrap="square">
            <a:spAutoFit/>
          </a:bodyPr>
          <a:lstStyle/>
          <a:p>
            <a:r>
              <a:rPr lang="zh-CN" altLang="en-US" dirty="0"/>
              <a:t>语言与存在的关系，是西方哲学从古典到现代的核心命题之一。简言之，语言并非存在的附属描述工具，而是存在得以显现的“家园”。</a:t>
            </a:r>
          </a:p>
          <a:p>
            <a:r>
              <a:rPr lang="zh-CN" altLang="en-US" dirty="0"/>
              <a:t>首先，语言使存在从混沌中“被揭示”。海德格尔指出，人作为“此在”，通过语言赋予世界意义——没有语言，事物只是沉默的在场，无法作为“存在者”被理解。例如，“日落”一词不仅描述物理现象，更凝聚了时间、美感与文化的存在经验。</a:t>
            </a:r>
          </a:p>
          <a:p>
            <a:r>
              <a:rPr lang="zh-CN" altLang="en-US" dirty="0"/>
              <a:t>其次，语言限定了存在的边界。维特根斯坦断言：“我的语言的界限意味着我的世界的界限。”人们无法言说之处，存在也似乎隐入虚无。但这并非否定存在本身，而是揭示：人类所能触及的存在，始终是经过语言编织的存在。</a:t>
            </a:r>
          </a:p>
          <a:p>
            <a:r>
              <a:rPr lang="zh-CN" altLang="en-US" dirty="0"/>
              <a:t>最后，语言也超越当下存在，开创新的存在方式。诗歌、法律或理论话语，能创造新的意义结构，重塑人对现实的理解。比如“人权”一词的诞生，改变了政治存在的基本秩序。</a:t>
            </a:r>
          </a:p>
          <a:p>
            <a:r>
              <a:rPr lang="zh-CN" altLang="en-US" dirty="0"/>
              <a:t>综上，语言与存在相互构成：语言揭示存在，存在滋养语言。理解这一关系，有助于反思：改变语言方式，就是在改变我们与世界共在的方式。</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5" y="32412"/>
            <a:ext cx="9321165" cy="6953885"/>
          </a:xfrm>
        </p:spPr>
        <p:txBody>
          <a:bodyPr>
            <a:noAutofit/>
          </a:bodyPr>
          <a:lstStyle/>
          <a:p>
            <a:r>
              <a:rPr lang="zh-CN" altLang="en-US" sz="1800" dirty="0">
                <a:latin typeface="华文楷体" panose="02010600040101010101" pitchFamily="2" charset="-122"/>
                <a:ea typeface="华文楷体" panose="02010600040101010101" pitchFamily="2" charset="-122"/>
                <a:cs typeface="仿宋" panose="02010609060101010101" pitchFamily="49" charset="-122"/>
              </a:rPr>
              <a:t>（二）阶级（身份认同的马克思主义来源）</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r>
              <a:rPr lang="en-US" sz="1800" dirty="0">
                <a:latin typeface="华文楷体" panose="02010600040101010101" pitchFamily="2" charset="-122"/>
                <a:ea typeface="华文楷体" panose="02010600040101010101" pitchFamily="2" charset="-122"/>
                <a:cs typeface="仿宋" panose="02010609060101010101" pitchFamily="49" charset="-122"/>
              </a:rPr>
              <a:t>A</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划分阶级的标准（生产关系概念）</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r>
              <a:rPr lang="zh-CN" altLang="en-US" sz="1800" dirty="0">
                <a:latin typeface="华文楷体" panose="02010600040101010101" pitchFamily="2" charset="-122"/>
                <a:ea typeface="华文楷体" panose="02010600040101010101" pitchFamily="2" charset="-122"/>
                <a:cs typeface="仿宋" panose="02010609060101010101" pitchFamily="49" charset="-122"/>
              </a:rPr>
              <a:t>起源：启蒙运动</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r>
              <a:rPr lang="zh-CN" altLang="en-US" sz="1800" dirty="0">
                <a:latin typeface="华文楷体" panose="02010600040101010101" pitchFamily="2" charset="-122"/>
                <a:ea typeface="华文楷体" panose="02010600040101010101" pitchFamily="2" charset="-122"/>
                <a:cs typeface="仿宋" panose="02010609060101010101" pitchFamily="49" charset="-122"/>
              </a:rPr>
              <a:t>沙龙，霍尔巴赫男爵</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r>
              <a:rPr lang="zh-CN" altLang="en-US" sz="1800" dirty="0">
                <a:latin typeface="华文楷体" panose="02010600040101010101" pitchFamily="2" charset="-122"/>
                <a:ea typeface="华文楷体" panose="02010600040101010101" pitchFamily="2" charset="-122"/>
                <a:cs typeface="仿宋" panose="02010609060101010101" pitchFamily="49" charset="-122"/>
              </a:rPr>
              <a:t>一类人；“类”</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r>
              <a:rPr lang="en-US" altLang="zh-CN" sz="1800" dirty="0">
                <a:latin typeface="华文楷体" panose="02010600040101010101" pitchFamily="2" charset="-122"/>
                <a:ea typeface="华文楷体" panose="02010600040101010101" pitchFamily="2" charset="-122"/>
                <a:cs typeface="仿宋" panose="02010609060101010101" pitchFamily="49" charset="-122"/>
              </a:rPr>
              <a:t>a.</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归属感</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r>
              <a:rPr lang="en-US" altLang="zh-CN" sz="1800" dirty="0">
                <a:latin typeface="华文楷体" panose="02010600040101010101" pitchFamily="2" charset="-122"/>
                <a:ea typeface="华文楷体" panose="02010600040101010101" pitchFamily="2" charset="-122"/>
                <a:cs typeface="仿宋" panose="02010609060101010101" pitchFamily="49" charset="-122"/>
              </a:rPr>
              <a:t>b.</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共同利益</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r>
              <a:rPr lang="en-US" altLang="zh-CN" sz="1800" dirty="0">
                <a:latin typeface="华文楷体" panose="02010600040101010101" pitchFamily="2" charset="-122"/>
                <a:ea typeface="华文楷体" panose="02010600040101010101" pitchFamily="2" charset="-122"/>
                <a:cs typeface="仿宋" panose="02010609060101010101" pitchFamily="49" charset="-122"/>
              </a:rPr>
              <a:t>c.</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共同话语</a:t>
            </a:r>
          </a:p>
          <a:p>
            <a:r>
              <a:rPr lang="en-US" sz="1800" dirty="0">
                <a:latin typeface="华文楷体" panose="02010600040101010101" pitchFamily="2" charset="-122"/>
                <a:ea typeface="华文楷体" panose="02010600040101010101" pitchFamily="2" charset="-122"/>
                <a:cs typeface="仿宋" panose="02010609060101010101" pitchFamily="49" charset="-122"/>
              </a:rPr>
              <a:t>B</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无产阶级</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pPr marL="114300" indent="0">
              <a:buNone/>
            </a:pPr>
            <a:r>
              <a:rPr lang="en-US" altLang="zh-CN" sz="1800" dirty="0">
                <a:latin typeface="华文楷体" panose="02010600040101010101" pitchFamily="2" charset="-122"/>
                <a:ea typeface="华文楷体" panose="02010600040101010101" pitchFamily="2" charset="-122"/>
                <a:cs typeface="仿宋" panose="02010609060101010101" pitchFamily="49" charset="-122"/>
              </a:rPr>
              <a:t>1.</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“资本家阶级”（资产阶级）</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pPr marL="114300" indent="0">
              <a:buNone/>
            </a:pPr>
            <a:r>
              <a:rPr lang="zh-CN" altLang="zh-CN" sz="1800" dirty="0">
                <a:latin typeface="华文楷体" panose="02010600040101010101" pitchFamily="2" charset="-122"/>
                <a:ea typeface="华文楷体" panose="02010600040101010101" pitchFamily="2" charset="-122"/>
                <a:cs typeface="仿宋" panose="02010609060101010101" pitchFamily="49" charset="-122"/>
              </a:rPr>
              <a:t>2</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“工人阶级”（雇佣劳动者）</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pPr marL="114300" indent="0">
              <a:buNone/>
            </a:pPr>
            <a:r>
              <a:rPr lang="zh-CN" altLang="zh-CN" sz="1800" dirty="0">
                <a:latin typeface="华文楷体" panose="02010600040101010101" pitchFamily="2" charset="-122"/>
                <a:ea typeface="华文楷体" panose="02010600040101010101" pitchFamily="2" charset="-122"/>
                <a:cs typeface="仿宋" panose="02010609060101010101" pitchFamily="49" charset="-122"/>
              </a:rPr>
              <a:t>3</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地主阶级（马克思不探讨该阶级）</a:t>
            </a:r>
            <a:endParaRPr lang="en-US" sz="1800" dirty="0">
              <a:latin typeface="华文楷体" panose="02010600040101010101" pitchFamily="2" charset="-122"/>
              <a:ea typeface="华文楷体" panose="02010600040101010101" pitchFamily="2" charset="-122"/>
              <a:cs typeface="仿宋" panose="02010609060101010101" pitchFamily="49" charset="-122"/>
            </a:endParaRPr>
          </a:p>
          <a:p>
            <a:pPr marL="114300" indent="0">
              <a:buNone/>
            </a:pPr>
            <a:r>
              <a:rPr lang="zh-CN" altLang="en-US" sz="1800" dirty="0">
                <a:latin typeface="华文楷体" panose="02010600040101010101" pitchFamily="2" charset="-122"/>
                <a:ea typeface="华文楷体" panose="02010600040101010101" pitchFamily="2" charset="-122"/>
                <a:cs typeface="仿宋" panose="02010609060101010101" pitchFamily="49" charset="-122"/>
              </a:rPr>
              <a:t>划分这三个阶级的标尺</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pPr marL="114300" indent="0">
              <a:buNone/>
            </a:pPr>
            <a:r>
              <a:rPr lang="zh-CN" altLang="zh-CN" sz="1800" dirty="0">
                <a:latin typeface="华文楷体" panose="02010600040101010101" pitchFamily="2" charset="-122"/>
                <a:ea typeface="华文楷体" panose="02010600040101010101" pitchFamily="2" charset="-122"/>
                <a:cs typeface="仿宋" panose="02010609060101010101" pitchFamily="49" charset="-122"/>
              </a:rPr>
              <a:t>1</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资本</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pPr marL="114300" indent="0">
              <a:buNone/>
            </a:pPr>
            <a:r>
              <a:rPr lang="zh-CN" altLang="zh-CN" sz="1800" dirty="0">
                <a:latin typeface="华文楷体" panose="02010600040101010101" pitchFamily="2" charset="-122"/>
                <a:ea typeface="华文楷体" panose="02010600040101010101" pitchFamily="2" charset="-122"/>
                <a:cs typeface="仿宋" panose="02010609060101010101" pitchFamily="49" charset="-122"/>
              </a:rPr>
              <a:t>2</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劳动力</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pPr marL="114300" indent="0">
              <a:buNone/>
            </a:pPr>
            <a:r>
              <a:rPr lang="zh-CN" altLang="zh-CN" sz="1800" dirty="0">
                <a:latin typeface="华文楷体" panose="02010600040101010101" pitchFamily="2" charset="-122"/>
                <a:ea typeface="华文楷体" panose="02010600040101010101" pitchFamily="2" charset="-122"/>
                <a:cs typeface="仿宋" panose="02010609060101010101" pitchFamily="49" charset="-122"/>
              </a:rPr>
              <a:t>3</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土地</a:t>
            </a:r>
          </a:p>
        </p:txBody>
      </p:sp>
      <p:sp>
        <p:nvSpPr>
          <p:cNvPr id="2" name="Content Placeholder 2"/>
          <p:cNvSpPr txBox="1">
            <a:spLocks/>
          </p:cNvSpPr>
          <p:nvPr/>
        </p:nvSpPr>
        <p:spPr>
          <a:xfrm>
            <a:off x="3707904" y="764704"/>
            <a:ext cx="5364088" cy="351421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Font typeface="Wingdings 3" panose="05040102010807070707" charset="2"/>
              <a:buNone/>
            </a:pPr>
            <a:r>
              <a:rPr lang="zh-CN" altLang="en-US" sz="1800" dirty="0">
                <a:latin typeface="华文楷体" panose="02010600040101010101" pitchFamily="2" charset="-122"/>
                <a:ea typeface="华文楷体" panose="02010600040101010101" pitchFamily="2" charset="-122"/>
                <a:cs typeface="仿宋" panose="02010609060101010101" pitchFamily="49" charset="-122"/>
              </a:rPr>
              <a:t>人类历史上最伟大的阶级</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pPr marL="0" indent="0">
              <a:buFont typeface="Wingdings 3" panose="05040102010807070707" charset="2"/>
              <a:buNone/>
            </a:pPr>
            <a:r>
              <a:rPr lang="en-US" altLang="zh-CN" sz="1800" dirty="0">
                <a:latin typeface="华文楷体" panose="02010600040101010101" pitchFamily="2" charset="-122"/>
                <a:ea typeface="华文楷体" panose="02010600040101010101" pitchFamily="2" charset="-122"/>
                <a:cs typeface="仿宋" panose="02010609060101010101" pitchFamily="49" charset="-122"/>
              </a:rPr>
              <a:t>“</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各国的无产者就开始不声不响地在</a:t>
            </a:r>
            <a:r>
              <a:rPr lang="zh-CN" altLang="en-US" sz="1800" dirty="0">
                <a:solidFill>
                  <a:srgbClr val="FF0000"/>
                </a:solidFill>
                <a:latin typeface="华文楷体" panose="02010600040101010101" pitchFamily="2" charset="-122"/>
                <a:ea typeface="华文楷体" panose="02010600040101010101" pitchFamily="2" charset="-122"/>
                <a:cs typeface="仿宋" panose="02010609060101010101" pitchFamily="49" charset="-122"/>
              </a:rPr>
              <a:t>共产主义的</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旗帜下结成兄弟，也只有</a:t>
            </a:r>
            <a:r>
              <a:rPr lang="zh-CN" altLang="en-US" sz="1800" dirty="0">
                <a:solidFill>
                  <a:srgbClr val="FF0000"/>
                </a:solidFill>
                <a:latin typeface="华文楷体" panose="02010600040101010101" pitchFamily="2" charset="-122"/>
                <a:ea typeface="华文楷体" panose="02010600040101010101" pitchFamily="2" charset="-122"/>
                <a:cs typeface="仿宋" panose="02010609060101010101" pitchFamily="49" charset="-122"/>
              </a:rPr>
              <a:t>无产阶级</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才能真正做到这点，因为每个国家的</a:t>
            </a:r>
            <a:r>
              <a:rPr lang="zh-CN" altLang="en-US" sz="1800" dirty="0">
                <a:solidFill>
                  <a:srgbClr val="FF0000"/>
                </a:solidFill>
                <a:latin typeface="华文楷体" panose="02010600040101010101" pitchFamily="2" charset="-122"/>
                <a:ea typeface="华文楷体" panose="02010600040101010101" pitchFamily="2" charset="-122"/>
                <a:cs typeface="仿宋" panose="02010609060101010101" pitchFamily="49" charset="-122"/>
              </a:rPr>
              <a:t>资产阶级</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都有他们自身的</a:t>
            </a:r>
            <a:r>
              <a:rPr lang="zh-CN" altLang="en-US" sz="1800" dirty="0">
                <a:solidFill>
                  <a:srgbClr val="FF0000"/>
                </a:solidFill>
                <a:latin typeface="华文楷体" panose="02010600040101010101" pitchFamily="2" charset="-122"/>
                <a:ea typeface="华文楷体" panose="02010600040101010101" pitchFamily="2" charset="-122"/>
                <a:cs typeface="仿宋" panose="02010609060101010101" pitchFamily="49" charset="-122"/>
              </a:rPr>
              <a:t>特殊利益</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，而且由于他们认为这些利益高于一切，他们无法超出民族的范围。</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可是</a:t>
            </a:r>
            <a:r>
              <a:rPr lang="zh-CN" altLang="en-US" sz="1800" dirty="0">
                <a:solidFill>
                  <a:srgbClr val="FF0000"/>
                </a:solidFill>
                <a:latin typeface="华文楷体" panose="02010600040101010101" pitchFamily="2" charset="-122"/>
                <a:ea typeface="华文楷体" panose="02010600040101010101" pitchFamily="2" charset="-122"/>
                <a:cs typeface="仿宋" panose="02010609060101010101" pitchFamily="49" charset="-122"/>
              </a:rPr>
              <a:t>全世界的无产者</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都有共同的利益，有共同的敌人，面临着同样的斗争，所有的无产者生来就没有民族的偏见，所以他们的修养和举动实质上都是</a:t>
            </a:r>
            <a:r>
              <a:rPr lang="zh-CN" altLang="en-US" sz="1800" dirty="0">
                <a:solidFill>
                  <a:srgbClr val="FF0000"/>
                </a:solidFill>
                <a:latin typeface="华文楷体" panose="02010600040101010101" pitchFamily="2" charset="-122"/>
                <a:ea typeface="华文楷体" panose="02010600040101010101" pitchFamily="2" charset="-122"/>
                <a:cs typeface="仿宋" panose="02010609060101010101" pitchFamily="49" charset="-122"/>
              </a:rPr>
              <a:t>人道主义的</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和</a:t>
            </a:r>
            <a:r>
              <a:rPr lang="zh-CN" altLang="en-US" sz="1800" dirty="0">
                <a:solidFill>
                  <a:srgbClr val="FF0000"/>
                </a:solidFill>
                <a:latin typeface="华文楷体" panose="02010600040101010101" pitchFamily="2" charset="-122"/>
                <a:ea typeface="华文楷体" panose="02010600040101010101" pitchFamily="2" charset="-122"/>
                <a:cs typeface="仿宋" panose="02010609060101010101" pitchFamily="49" charset="-122"/>
              </a:rPr>
              <a:t>反民族主义的</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，只有无产者才能够消灭各民族的隔离状态，只有</a:t>
            </a:r>
            <a:r>
              <a:rPr lang="zh-CN" altLang="en-US" sz="1800" dirty="0">
                <a:solidFill>
                  <a:srgbClr val="FF0000"/>
                </a:solidFill>
                <a:latin typeface="华文楷体" panose="02010600040101010101" pitchFamily="2" charset="-122"/>
                <a:ea typeface="华文楷体" panose="02010600040101010101" pitchFamily="2" charset="-122"/>
                <a:cs typeface="仿宋" panose="02010609060101010101" pitchFamily="49" charset="-122"/>
              </a:rPr>
              <a:t>觉醒的无产阶级</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才能够建立各民族的</a:t>
            </a:r>
            <a:r>
              <a:rPr lang="zh-CN" altLang="en-US" sz="1800" dirty="0">
                <a:solidFill>
                  <a:srgbClr val="FF0000"/>
                </a:solidFill>
                <a:latin typeface="华文楷体" panose="02010600040101010101" pitchFamily="2" charset="-122"/>
                <a:ea typeface="华文楷体" panose="02010600040101010101" pitchFamily="2" charset="-122"/>
                <a:cs typeface="仿宋" panose="02010609060101010101" pitchFamily="49" charset="-122"/>
              </a:rPr>
              <a:t>友爱兄弟</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  《</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马恩全集</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，第</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2</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卷，第</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666</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页。</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r>
              <a:rPr lang="zh-CN" altLang="en-US" sz="1800" dirty="0">
                <a:latin typeface="华文楷体" panose="02010600040101010101" pitchFamily="2" charset="-122"/>
                <a:ea typeface="华文楷体" panose="02010600040101010101" pitchFamily="2" charset="-122"/>
                <a:cs typeface="仿宋" panose="02010609060101010101" pitchFamily="49" charset="-122"/>
              </a:rPr>
              <a:t>无私利</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   </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人道主义的；反民族主义的。</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r>
              <a:rPr lang="en-US" altLang="zh-CN" sz="1800" dirty="0">
                <a:latin typeface="华文楷体" panose="02010600040101010101" pitchFamily="2" charset="-122"/>
                <a:ea typeface="华文楷体" panose="02010600040101010101" pitchFamily="2" charset="-122"/>
                <a:cs typeface="仿宋" panose="02010609060101010101" pitchFamily="49" charset="-122"/>
              </a:rPr>
              <a:t>C.</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在现代社会中，无产阶级是谁？</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pPr marL="0" indent="0">
              <a:buNone/>
            </a:pPr>
            <a:r>
              <a:rPr lang="zh-CN" altLang="en-US" sz="1800" dirty="0">
                <a:latin typeface="华文楷体" panose="02010600040101010101" pitchFamily="2" charset="-122"/>
                <a:ea typeface="华文楷体" panose="02010600040101010101" pitchFamily="2" charset="-122"/>
                <a:cs typeface="仿宋" panose="02010609060101010101" pitchFamily="49" charset="-122"/>
              </a:rPr>
              <a:t>现代无产阶级形象</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pPr marL="0" indent="0">
              <a:buNone/>
            </a:pPr>
            <a:r>
              <a:rPr lang="zh-CN" altLang="en-US" sz="1800" dirty="0">
                <a:latin typeface="华文楷体" panose="02010600040101010101" pitchFamily="2" charset="-122"/>
                <a:ea typeface="华文楷体" panose="02010600040101010101" pitchFamily="2" charset="-122"/>
                <a:cs typeface="仿宋" panose="02010609060101010101" pitchFamily="49" charset="-122"/>
              </a:rPr>
              <a:t>中产阶级</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pPr marL="0" indent="0">
              <a:buNone/>
            </a:pP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p:txBody>
      </p:sp>
      <p:sp>
        <p:nvSpPr>
          <p:cNvPr id="4" name="内容占位符 2"/>
          <p:cNvSpPr txBox="1">
            <a:spLocks/>
          </p:cNvSpPr>
          <p:nvPr/>
        </p:nvSpPr>
        <p:spPr>
          <a:xfrm>
            <a:off x="3743908" y="5898976"/>
            <a:ext cx="5292080" cy="38864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Font typeface="Wingdings 3" panose="05040102010807070707" charset="2"/>
              <a:buNone/>
            </a:pPr>
            <a:r>
              <a:rPr lang="en-US" altLang="zh-CN" sz="1800">
                <a:latin typeface="华文楷体" panose="02010600040101010101" pitchFamily="2" charset="-122"/>
                <a:ea typeface="华文楷体" panose="02010600040101010101" pitchFamily="2" charset="-122"/>
                <a:sym typeface="+mn-ea"/>
              </a:rPr>
              <a:t>D.</a:t>
            </a:r>
            <a:r>
              <a:rPr lang="zh-CN" altLang="en-US" sz="1800">
                <a:latin typeface="华文楷体" panose="02010600040101010101" pitchFamily="2" charset="-122"/>
                <a:ea typeface="华文楷体" panose="02010600040101010101" pitchFamily="2" charset="-122"/>
                <a:sym typeface="+mn-ea"/>
              </a:rPr>
              <a:t>人类存在吗？或者只存在特殊的种族、民族？</a:t>
            </a:r>
            <a:endParaRPr lang="en-US" altLang="zh-CN" sz="1800" dirty="0">
              <a:latin typeface="华文楷体" panose="02010600040101010101" pitchFamily="2" charset="-122"/>
              <a:ea typeface="华文楷体" panose="02010600040101010101" pitchFamily="2" charset="-122"/>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 y="45085"/>
            <a:ext cx="3923929" cy="3139321"/>
          </a:xfrm>
          <a:prstGeom prst="rect">
            <a:avLst/>
          </a:prstGeom>
          <a:noFill/>
        </p:spPr>
        <p:txBody>
          <a:bodyPr wrap="square" rtlCol="0">
            <a:spAutoFit/>
          </a:bodyPr>
          <a:lstStyle/>
          <a:p>
            <a:pPr algn="l"/>
            <a:r>
              <a:rPr lang="zh-CN" altLang="en-US" dirty="0">
                <a:latin typeface="华文楷体" panose="02010600040101010101" pitchFamily="2" charset="-122"/>
                <a:ea typeface="华文楷体" panose="02010600040101010101" pitchFamily="2" charset="-122"/>
                <a:cs typeface="仿宋" panose="02010609060101010101" pitchFamily="49" charset="-122"/>
                <a:sym typeface="+mn-ea"/>
              </a:rPr>
              <a:t>（三）三种话语形态（</a:t>
            </a:r>
            <a:r>
              <a:rPr lang="en-US" altLang="zh-CN" dirty="0">
                <a:latin typeface="华文楷体" panose="02010600040101010101" pitchFamily="2" charset="-122"/>
                <a:ea typeface="华文楷体" panose="02010600040101010101" pitchFamily="2" charset="-122"/>
                <a:cs typeface="仿宋" panose="02010609060101010101" pitchFamily="49" charset="-122"/>
                <a:sym typeface="+mn-ea"/>
              </a:rPr>
              <a:t>discourses</a:t>
            </a:r>
            <a:r>
              <a:rPr lang="zh-CN" altLang="en-US" dirty="0">
                <a:latin typeface="华文楷体" panose="02010600040101010101" pitchFamily="2" charset="-122"/>
                <a:ea typeface="华文楷体" panose="02010600040101010101" pitchFamily="2" charset="-122"/>
                <a:cs typeface="仿宋" panose="02010609060101010101" pitchFamily="49" charset="-122"/>
                <a:sym typeface="+mn-ea"/>
              </a:rPr>
              <a:t>）</a:t>
            </a:r>
            <a:endParaRPr lang="en-US" altLang="zh-CN" dirty="0">
              <a:latin typeface="华文楷体" panose="02010600040101010101" pitchFamily="2" charset="-122"/>
              <a:ea typeface="华文楷体" panose="02010600040101010101" pitchFamily="2" charset="-122"/>
              <a:cs typeface="仿宋" panose="02010609060101010101" pitchFamily="49" charset="-122"/>
            </a:endParaRPr>
          </a:p>
          <a:p>
            <a:pPr algn="l"/>
            <a:r>
              <a:rPr lang="zh-CN" altLang="zh-CN" dirty="0">
                <a:latin typeface="华文楷体" panose="02010600040101010101" pitchFamily="2" charset="-122"/>
                <a:ea typeface="华文楷体" panose="02010600040101010101" pitchFamily="2" charset="-122"/>
                <a:cs typeface="仿宋" panose="02010609060101010101" pitchFamily="49" charset="-122"/>
                <a:sym typeface="+mn-ea"/>
              </a:rPr>
              <a:t>1</a:t>
            </a:r>
            <a:r>
              <a:rPr lang="en-US" altLang="zh-CN" dirty="0">
                <a:latin typeface="华文楷体" panose="02010600040101010101" pitchFamily="2" charset="-122"/>
                <a:ea typeface="华文楷体" panose="02010600040101010101" pitchFamily="2" charset="-122"/>
                <a:cs typeface="仿宋" panose="02010609060101010101" pitchFamily="49" charset="-122"/>
                <a:sym typeface="+mn-ea"/>
              </a:rPr>
              <a:t>.</a:t>
            </a:r>
            <a:r>
              <a:rPr lang="zh-CN" altLang="en-US" dirty="0">
                <a:latin typeface="华文楷体" panose="02010600040101010101" pitchFamily="2" charset="-122"/>
                <a:ea typeface="华文楷体" panose="02010600040101010101" pitchFamily="2" charset="-122"/>
                <a:cs typeface="仿宋" panose="02010609060101010101" pitchFamily="49" charset="-122"/>
                <a:sym typeface="+mn-ea"/>
              </a:rPr>
              <a:t>政治话语</a:t>
            </a:r>
            <a:endParaRPr lang="en-US" altLang="zh-CN" dirty="0">
              <a:latin typeface="华文楷体" panose="02010600040101010101" pitchFamily="2" charset="-122"/>
              <a:ea typeface="华文楷体" panose="02010600040101010101" pitchFamily="2" charset="-122"/>
              <a:cs typeface="仿宋" panose="02010609060101010101" pitchFamily="49" charset="-122"/>
            </a:endParaRPr>
          </a:p>
          <a:p>
            <a:pPr algn="l"/>
            <a:r>
              <a:rPr lang="en-US" altLang="zh-CN" dirty="0">
                <a:latin typeface="华文楷体" panose="02010600040101010101" pitchFamily="2" charset="-122"/>
                <a:ea typeface="华文楷体" panose="02010600040101010101" pitchFamily="2" charset="-122"/>
                <a:cs typeface="仿宋" panose="02010609060101010101" pitchFamily="49" charset="-122"/>
                <a:sym typeface="+mn-ea"/>
              </a:rPr>
              <a:t>A.</a:t>
            </a:r>
            <a:r>
              <a:rPr lang="zh-CN" altLang="en-US" dirty="0">
                <a:latin typeface="华文楷体" panose="02010600040101010101" pitchFamily="2" charset="-122"/>
                <a:ea typeface="华文楷体" panose="02010600040101010101" pitchFamily="2" charset="-122"/>
                <a:cs typeface="仿宋" panose="02010609060101010101" pitchFamily="49" charset="-122"/>
                <a:sym typeface="+mn-ea"/>
              </a:rPr>
              <a:t>何谓政治的？</a:t>
            </a:r>
            <a:endParaRPr lang="en-US" altLang="zh-CN" dirty="0">
              <a:latin typeface="华文楷体" panose="02010600040101010101" pitchFamily="2" charset="-122"/>
              <a:ea typeface="华文楷体" panose="02010600040101010101" pitchFamily="2" charset="-122"/>
              <a:cs typeface="仿宋" panose="02010609060101010101" pitchFamily="49" charset="-122"/>
            </a:endParaRPr>
          </a:p>
          <a:p>
            <a:pPr algn="l"/>
            <a:r>
              <a:rPr lang="en-US" altLang="zh-CN" dirty="0">
                <a:latin typeface="华文楷体" panose="02010600040101010101" pitchFamily="2" charset="-122"/>
                <a:ea typeface="华文楷体" panose="02010600040101010101" pitchFamily="2" charset="-122"/>
                <a:cs typeface="仿宋" panose="02010609060101010101" pitchFamily="49" charset="-122"/>
                <a:sym typeface="+mn-ea"/>
              </a:rPr>
              <a:t>Polis(</a:t>
            </a:r>
            <a:r>
              <a:rPr lang="en-US" altLang="zh-CN" dirty="0" err="1">
                <a:latin typeface="华文楷体" panose="02010600040101010101" pitchFamily="2" charset="-122"/>
                <a:ea typeface="华文楷体" panose="02010600040101010101" pitchFamily="2" charset="-122"/>
                <a:cs typeface="仿宋" panose="02010609060101010101" pitchFamily="49" charset="-122"/>
                <a:sym typeface="+mn-ea"/>
              </a:rPr>
              <a:t>Plato:the</a:t>
            </a:r>
            <a:r>
              <a:rPr lang="zh-CN" altLang="en-US" dirty="0">
                <a:latin typeface="华文楷体" panose="02010600040101010101" pitchFamily="2" charset="-122"/>
                <a:ea typeface="华文楷体" panose="02010600040101010101" pitchFamily="2" charset="-122"/>
                <a:cs typeface="仿宋" panose="02010609060101010101" pitchFamily="49" charset="-122"/>
                <a:sym typeface="+mn-ea"/>
              </a:rPr>
              <a:t> </a:t>
            </a:r>
            <a:r>
              <a:rPr lang="en-US" altLang="zh-CN" dirty="0">
                <a:latin typeface="华文楷体" panose="02010600040101010101" pitchFamily="2" charset="-122"/>
                <a:ea typeface="华文楷体" panose="02010600040101010101" pitchFamily="2" charset="-122"/>
                <a:cs typeface="仿宋" panose="02010609060101010101" pitchFamily="49" charset="-122"/>
                <a:sym typeface="+mn-ea"/>
              </a:rPr>
              <a:t>Republic)</a:t>
            </a:r>
            <a:endParaRPr lang="en-US" altLang="zh-CN" dirty="0">
              <a:latin typeface="华文楷体" panose="02010600040101010101" pitchFamily="2" charset="-122"/>
              <a:ea typeface="华文楷体" panose="02010600040101010101" pitchFamily="2" charset="-122"/>
              <a:cs typeface="仿宋" panose="02010609060101010101" pitchFamily="49" charset="-122"/>
            </a:endParaRPr>
          </a:p>
          <a:p>
            <a:pPr algn="l"/>
            <a:r>
              <a:rPr lang="en-US" altLang="zh-CN" dirty="0" err="1">
                <a:latin typeface="华文楷体" panose="02010600040101010101" pitchFamily="2" charset="-122"/>
                <a:ea typeface="华文楷体" panose="02010600040101010101" pitchFamily="2" charset="-122"/>
                <a:cs typeface="仿宋" panose="02010609060101010101" pitchFamily="49" charset="-122"/>
                <a:sym typeface="+mn-ea"/>
              </a:rPr>
              <a:t>Hegel:Volk</a:t>
            </a:r>
            <a:r>
              <a:rPr lang="en-US" altLang="zh-CN" dirty="0">
                <a:latin typeface="华文楷体" panose="02010600040101010101" pitchFamily="2" charset="-122"/>
                <a:ea typeface="华文楷体" panose="02010600040101010101" pitchFamily="2" charset="-122"/>
                <a:cs typeface="仿宋" panose="02010609060101010101" pitchFamily="49" charset="-122"/>
                <a:sym typeface="+mn-ea"/>
              </a:rPr>
              <a:t>—Polis</a:t>
            </a:r>
            <a:endParaRPr lang="en-US" altLang="zh-CN" dirty="0">
              <a:latin typeface="华文楷体" panose="02010600040101010101" pitchFamily="2" charset="-122"/>
              <a:ea typeface="华文楷体" panose="02010600040101010101" pitchFamily="2" charset="-122"/>
              <a:cs typeface="仿宋" panose="02010609060101010101" pitchFamily="49" charset="-122"/>
            </a:endParaRPr>
          </a:p>
          <a:p>
            <a:pPr algn="l"/>
            <a:r>
              <a:rPr lang="en-US" altLang="zh-CN" dirty="0">
                <a:latin typeface="华文楷体" panose="02010600040101010101" pitchFamily="2" charset="-122"/>
                <a:ea typeface="华文楷体" panose="02010600040101010101" pitchFamily="2" charset="-122"/>
                <a:cs typeface="仿宋" panose="02010609060101010101" pitchFamily="49" charset="-122"/>
                <a:sym typeface="+mn-ea"/>
              </a:rPr>
              <a:t>People(</a:t>
            </a:r>
            <a:r>
              <a:rPr lang="zh-CN" altLang="en-US" dirty="0">
                <a:latin typeface="华文楷体" panose="02010600040101010101" pitchFamily="2" charset="-122"/>
                <a:ea typeface="华文楷体" panose="02010600040101010101" pitchFamily="2" charset="-122"/>
                <a:cs typeface="仿宋" panose="02010609060101010101" pitchFamily="49" charset="-122"/>
                <a:sym typeface="+mn-ea"/>
              </a:rPr>
              <a:t>人民</a:t>
            </a:r>
            <a:r>
              <a:rPr lang="en-US" altLang="zh-CN" dirty="0">
                <a:latin typeface="华文楷体" panose="02010600040101010101" pitchFamily="2" charset="-122"/>
                <a:ea typeface="华文楷体" panose="02010600040101010101" pitchFamily="2" charset="-122"/>
                <a:cs typeface="仿宋" panose="02010609060101010101" pitchFamily="49" charset="-122"/>
                <a:sym typeface="+mn-ea"/>
              </a:rPr>
              <a:t>)</a:t>
            </a:r>
            <a:r>
              <a:rPr lang="zh-CN" altLang="en-US" dirty="0">
                <a:latin typeface="华文楷体" panose="02010600040101010101" pitchFamily="2" charset="-122"/>
                <a:ea typeface="华文楷体" panose="02010600040101010101" pitchFamily="2" charset="-122"/>
                <a:cs typeface="仿宋" panose="02010609060101010101" pitchFamily="49" charset="-122"/>
                <a:sym typeface="+mn-ea"/>
              </a:rPr>
              <a:t>：</a:t>
            </a:r>
            <a:r>
              <a:rPr lang="en-US" altLang="zh-CN" dirty="0">
                <a:latin typeface="华文楷体" panose="02010600040101010101" pitchFamily="2" charset="-122"/>
                <a:ea typeface="华文楷体" panose="02010600040101010101" pitchFamily="2" charset="-122"/>
                <a:cs typeface="仿宋" panose="02010609060101010101" pitchFamily="49" charset="-122"/>
                <a:sym typeface="+mn-ea"/>
              </a:rPr>
              <a:t>the</a:t>
            </a:r>
            <a:r>
              <a:rPr lang="zh-CN" altLang="en-US" dirty="0">
                <a:latin typeface="华文楷体" panose="02010600040101010101" pitchFamily="2" charset="-122"/>
                <a:ea typeface="华文楷体" panose="02010600040101010101" pitchFamily="2" charset="-122"/>
                <a:cs typeface="仿宋" panose="02010609060101010101" pitchFamily="49" charset="-122"/>
                <a:sym typeface="+mn-ea"/>
              </a:rPr>
              <a:t> </a:t>
            </a:r>
            <a:r>
              <a:rPr lang="en-US" altLang="zh-CN" dirty="0">
                <a:latin typeface="华文楷体" panose="02010600040101010101" pitchFamily="2" charset="-122"/>
                <a:ea typeface="华文楷体" panose="02010600040101010101" pitchFamily="2" charset="-122"/>
                <a:cs typeface="仿宋" panose="02010609060101010101" pitchFamily="49" charset="-122"/>
                <a:sym typeface="+mn-ea"/>
              </a:rPr>
              <a:t>totality</a:t>
            </a:r>
            <a:endParaRPr lang="en-US" altLang="zh-CN" dirty="0">
              <a:latin typeface="华文楷体" panose="02010600040101010101" pitchFamily="2" charset="-122"/>
              <a:ea typeface="华文楷体" panose="02010600040101010101" pitchFamily="2" charset="-122"/>
              <a:cs typeface="仿宋" panose="02010609060101010101" pitchFamily="49" charset="-122"/>
            </a:endParaRPr>
          </a:p>
          <a:p>
            <a:pPr algn="l"/>
            <a:r>
              <a:rPr lang="en-US" altLang="zh-CN" dirty="0">
                <a:latin typeface="华文楷体" panose="02010600040101010101" pitchFamily="2" charset="-122"/>
                <a:ea typeface="华文楷体" panose="02010600040101010101" pitchFamily="2" charset="-122"/>
                <a:cs typeface="仿宋" panose="02010609060101010101" pitchFamily="49" charset="-122"/>
                <a:sym typeface="+mn-ea"/>
              </a:rPr>
              <a:t>Community(</a:t>
            </a:r>
            <a:r>
              <a:rPr lang="zh-CN" altLang="en-US" dirty="0">
                <a:latin typeface="华文楷体" panose="02010600040101010101" pitchFamily="2" charset="-122"/>
                <a:ea typeface="华文楷体" panose="02010600040101010101" pitchFamily="2" charset="-122"/>
                <a:cs typeface="仿宋" panose="02010609060101010101" pitchFamily="49" charset="-122"/>
                <a:sym typeface="+mn-ea"/>
              </a:rPr>
              <a:t>家庭，爱情，信仰，民族</a:t>
            </a:r>
            <a:r>
              <a:rPr lang="en-US" altLang="zh-CN" dirty="0">
                <a:latin typeface="华文楷体" panose="02010600040101010101" pitchFamily="2" charset="-122"/>
                <a:ea typeface="华文楷体" panose="02010600040101010101" pitchFamily="2" charset="-122"/>
                <a:cs typeface="仿宋" panose="02010609060101010101" pitchFamily="49" charset="-122"/>
                <a:sym typeface="+mn-ea"/>
              </a:rPr>
              <a:t>)</a:t>
            </a:r>
            <a:endParaRPr lang="en-US" altLang="zh-CN" dirty="0">
              <a:latin typeface="华文楷体" panose="02010600040101010101" pitchFamily="2" charset="-122"/>
              <a:ea typeface="华文楷体" panose="02010600040101010101" pitchFamily="2" charset="-122"/>
              <a:cs typeface="仿宋" panose="02010609060101010101" pitchFamily="49" charset="-122"/>
            </a:endParaRPr>
          </a:p>
          <a:p>
            <a:pPr algn="l"/>
            <a:r>
              <a:rPr lang="en-US" altLang="zh-CN" dirty="0">
                <a:latin typeface="华文楷体" panose="02010600040101010101" pitchFamily="2" charset="-122"/>
                <a:ea typeface="华文楷体" panose="02010600040101010101" pitchFamily="2" charset="-122"/>
                <a:cs typeface="仿宋" panose="02010609060101010101" pitchFamily="49" charset="-122"/>
                <a:sym typeface="+mn-ea"/>
              </a:rPr>
              <a:t>Governing</a:t>
            </a:r>
            <a:r>
              <a:rPr lang="zh-CN" altLang="en-US" dirty="0">
                <a:latin typeface="华文楷体" panose="02010600040101010101" pitchFamily="2" charset="-122"/>
                <a:ea typeface="华文楷体" panose="02010600040101010101" pitchFamily="2" charset="-122"/>
                <a:cs typeface="仿宋" panose="02010609060101010101" pitchFamily="49" charset="-122"/>
                <a:sym typeface="+mn-ea"/>
              </a:rPr>
              <a:t> </a:t>
            </a:r>
            <a:r>
              <a:rPr lang="en-US" altLang="zh-CN" dirty="0">
                <a:latin typeface="华文楷体" panose="02010600040101010101" pitchFamily="2" charset="-122"/>
                <a:ea typeface="华文楷体" panose="02010600040101010101" pitchFamily="2" charset="-122"/>
                <a:cs typeface="仿宋" panose="02010609060101010101" pitchFamily="49" charset="-122"/>
                <a:sym typeface="+mn-ea"/>
              </a:rPr>
              <a:t>and</a:t>
            </a:r>
            <a:r>
              <a:rPr lang="zh-CN" altLang="en-US" dirty="0">
                <a:latin typeface="华文楷体" panose="02010600040101010101" pitchFamily="2" charset="-122"/>
                <a:ea typeface="华文楷体" panose="02010600040101010101" pitchFamily="2" charset="-122"/>
                <a:cs typeface="仿宋" panose="02010609060101010101" pitchFamily="49" charset="-122"/>
                <a:sym typeface="+mn-ea"/>
              </a:rPr>
              <a:t> </a:t>
            </a:r>
            <a:r>
              <a:rPr lang="en-US" altLang="zh-CN" dirty="0">
                <a:latin typeface="华文楷体" panose="02010600040101010101" pitchFamily="2" charset="-122"/>
                <a:ea typeface="华文楷体" panose="02010600040101010101" pitchFamily="2" charset="-122"/>
                <a:cs typeface="仿宋" panose="02010609060101010101" pitchFamily="49" charset="-122"/>
                <a:sym typeface="+mn-ea"/>
              </a:rPr>
              <a:t>be</a:t>
            </a:r>
            <a:r>
              <a:rPr lang="zh-CN" altLang="en-US" dirty="0">
                <a:latin typeface="华文楷体" panose="02010600040101010101" pitchFamily="2" charset="-122"/>
                <a:ea typeface="华文楷体" panose="02010600040101010101" pitchFamily="2" charset="-122"/>
                <a:cs typeface="仿宋" panose="02010609060101010101" pitchFamily="49" charset="-122"/>
                <a:sym typeface="+mn-ea"/>
              </a:rPr>
              <a:t> </a:t>
            </a:r>
            <a:r>
              <a:rPr lang="en-US" altLang="zh-CN" dirty="0">
                <a:latin typeface="华文楷体" panose="02010600040101010101" pitchFamily="2" charset="-122"/>
                <a:ea typeface="华文楷体" panose="02010600040101010101" pitchFamily="2" charset="-122"/>
                <a:cs typeface="仿宋" panose="02010609060101010101" pitchFamily="49" charset="-122"/>
                <a:sym typeface="+mn-ea"/>
              </a:rPr>
              <a:t>governed(</a:t>
            </a:r>
            <a:r>
              <a:rPr lang="zh-CN" altLang="en-US" dirty="0">
                <a:latin typeface="华文楷体" panose="02010600040101010101" pitchFamily="2" charset="-122"/>
                <a:ea typeface="华文楷体" panose="02010600040101010101" pitchFamily="2" charset="-122"/>
                <a:cs typeface="仿宋" panose="02010609060101010101" pitchFamily="49" charset="-122"/>
                <a:sym typeface="+mn-ea"/>
              </a:rPr>
              <a:t>统治</a:t>
            </a:r>
            <a:r>
              <a:rPr lang="en-US" altLang="zh-CN" dirty="0">
                <a:latin typeface="华文楷体" panose="02010600040101010101" pitchFamily="2" charset="-122"/>
                <a:ea typeface="华文楷体" panose="02010600040101010101" pitchFamily="2" charset="-122"/>
                <a:cs typeface="仿宋" panose="02010609060101010101" pitchFamily="49" charset="-122"/>
                <a:sym typeface="+mn-ea"/>
              </a:rPr>
              <a:t>)</a:t>
            </a:r>
            <a:endParaRPr lang="en-US" altLang="zh-CN" dirty="0">
              <a:latin typeface="华文楷体" panose="02010600040101010101" pitchFamily="2" charset="-122"/>
              <a:ea typeface="华文楷体" panose="02010600040101010101" pitchFamily="2" charset="-122"/>
              <a:cs typeface="仿宋" panose="02010609060101010101" pitchFamily="49" charset="-122"/>
            </a:endParaRPr>
          </a:p>
          <a:p>
            <a:pPr algn="l"/>
            <a:r>
              <a:rPr lang="zh-CN" altLang="en-US" dirty="0">
                <a:latin typeface="华文楷体" panose="02010600040101010101" pitchFamily="2" charset="-122"/>
                <a:ea typeface="华文楷体" panose="02010600040101010101" pitchFamily="2" charset="-122"/>
                <a:cs typeface="仿宋" panose="02010609060101010101" pitchFamily="49" charset="-122"/>
                <a:sym typeface="+mn-ea"/>
              </a:rPr>
              <a:t>统治关系：统治者与被统治者</a:t>
            </a:r>
            <a:endParaRPr lang="en-US" altLang="zh-CN" dirty="0">
              <a:latin typeface="华文楷体" panose="02010600040101010101" pitchFamily="2" charset="-122"/>
              <a:ea typeface="华文楷体" panose="02010600040101010101" pitchFamily="2" charset="-122"/>
              <a:cs typeface="仿宋" panose="02010609060101010101" pitchFamily="49" charset="-122"/>
            </a:endParaRPr>
          </a:p>
          <a:p>
            <a:pPr algn="l"/>
            <a:r>
              <a:rPr lang="zh-CN" altLang="en-US" dirty="0">
                <a:latin typeface="华文楷体" panose="02010600040101010101" pitchFamily="2" charset="-122"/>
                <a:ea typeface="华文楷体" panose="02010600040101010101" pitchFamily="2" charset="-122"/>
                <a:cs typeface="仿宋" panose="02010609060101010101" pitchFamily="49" charset="-122"/>
                <a:sym typeface="+mn-ea"/>
              </a:rPr>
              <a:t>权力问题，</a:t>
            </a:r>
            <a:r>
              <a:rPr lang="en-US" altLang="zh-CN" dirty="0">
                <a:latin typeface="华文楷体" panose="02010600040101010101" pitchFamily="2" charset="-122"/>
                <a:ea typeface="华文楷体" panose="02010600040101010101" pitchFamily="2" charset="-122"/>
                <a:cs typeface="仿宋" panose="02010609060101010101" pitchFamily="49" charset="-122"/>
                <a:sym typeface="+mn-ea"/>
              </a:rPr>
              <a:t>social  power</a:t>
            </a:r>
          </a:p>
          <a:p>
            <a:pPr algn="l"/>
            <a:r>
              <a:rPr lang="zh-CN" altLang="en-US" dirty="0">
                <a:latin typeface="华文楷体" panose="02010600040101010101" pitchFamily="2" charset="-122"/>
                <a:ea typeface="华文楷体" panose="02010600040101010101" pitchFamily="2" charset="-122"/>
                <a:cs typeface="仿宋" panose="02010609060101010101" pitchFamily="49" charset="-122"/>
                <a:sym typeface="+mn-ea"/>
              </a:rPr>
              <a:t>资本：生产关系（经济、文化、社会）</a:t>
            </a:r>
            <a:endParaRPr lang="en-US" altLang="zh-CN" dirty="0">
              <a:latin typeface="华文楷体" panose="02010600040101010101" pitchFamily="2" charset="-122"/>
              <a:ea typeface="华文楷体" panose="02010600040101010101" pitchFamily="2" charset="-122"/>
              <a:cs typeface="仿宋" panose="02010609060101010101" pitchFamily="49" charset="-122"/>
            </a:endParaRPr>
          </a:p>
        </p:txBody>
      </p:sp>
      <p:sp>
        <p:nvSpPr>
          <p:cNvPr id="3" name="标题 1"/>
          <p:cNvSpPr>
            <a:spLocks noGrp="1"/>
          </p:cNvSpPr>
          <p:nvPr>
            <p:ph type="title"/>
          </p:nvPr>
        </p:nvSpPr>
        <p:spPr>
          <a:xfrm>
            <a:off x="18043" y="3068960"/>
            <a:ext cx="1422994" cy="383994"/>
          </a:xfrm>
        </p:spPr>
        <p:txBody>
          <a:bodyPr/>
          <a:lstStyle/>
          <a:p>
            <a:r>
              <a:rPr lang="zh-CN" altLang="en-US" sz="2000" dirty="0">
                <a:latin typeface="华文楷体" panose="02010600040101010101" pitchFamily="2" charset="-122"/>
                <a:ea typeface="华文楷体" panose="02010600040101010101" pitchFamily="2" charset="-122"/>
              </a:rPr>
              <a:t>四种权力</a:t>
            </a:r>
          </a:p>
        </p:txBody>
      </p:sp>
      <p:sp>
        <p:nvSpPr>
          <p:cNvPr id="4" name="内容占位符 2"/>
          <p:cNvSpPr>
            <a:spLocks noGrp="1"/>
          </p:cNvSpPr>
          <p:nvPr>
            <p:ph idx="1"/>
          </p:nvPr>
        </p:nvSpPr>
        <p:spPr>
          <a:xfrm>
            <a:off x="27716" y="3459223"/>
            <a:ext cx="1807980" cy="1841985"/>
          </a:xfrm>
        </p:spPr>
        <p:txBody>
          <a:bodyPr>
            <a:normAutofit/>
          </a:bodyPr>
          <a:lstStyle/>
          <a:p>
            <a:r>
              <a:rPr lang="zh-CN" altLang="en-US" sz="1800" dirty="0">
                <a:latin typeface="华文楷体" panose="02010600040101010101" pitchFamily="2" charset="-122"/>
                <a:ea typeface="华文楷体" panose="02010600040101010101" pitchFamily="2" charset="-122"/>
              </a:rPr>
              <a:t>意识形态</a:t>
            </a:r>
            <a:endParaRPr lang="en-US" altLang="zh-CN" sz="1800" dirty="0">
              <a:latin typeface="华文楷体" panose="02010600040101010101" pitchFamily="2" charset="-122"/>
              <a:ea typeface="华文楷体" panose="02010600040101010101" pitchFamily="2" charset="-122"/>
            </a:endParaRPr>
          </a:p>
          <a:p>
            <a:r>
              <a:rPr lang="zh-CN" altLang="en-US" sz="1800" dirty="0">
                <a:latin typeface="华文楷体" panose="02010600040101010101" pitchFamily="2" charset="-122"/>
                <a:ea typeface="华文楷体" panose="02010600040101010101" pitchFamily="2" charset="-122"/>
              </a:rPr>
              <a:t>经济</a:t>
            </a:r>
            <a:endParaRPr lang="en-US" altLang="zh-CN" sz="1800" dirty="0">
              <a:latin typeface="华文楷体" panose="02010600040101010101" pitchFamily="2" charset="-122"/>
              <a:ea typeface="华文楷体" panose="02010600040101010101" pitchFamily="2" charset="-122"/>
            </a:endParaRPr>
          </a:p>
          <a:p>
            <a:r>
              <a:rPr lang="zh-CN" altLang="en-US" sz="1800" dirty="0">
                <a:latin typeface="华文楷体" panose="02010600040101010101" pitchFamily="2" charset="-122"/>
                <a:ea typeface="华文楷体" panose="02010600040101010101" pitchFamily="2" charset="-122"/>
              </a:rPr>
              <a:t>军事</a:t>
            </a:r>
            <a:endParaRPr lang="en-US" altLang="zh-CN" sz="1800" dirty="0">
              <a:latin typeface="华文楷体" panose="02010600040101010101" pitchFamily="2" charset="-122"/>
              <a:ea typeface="华文楷体" panose="02010600040101010101" pitchFamily="2" charset="-122"/>
            </a:endParaRPr>
          </a:p>
          <a:p>
            <a:r>
              <a:rPr lang="zh-CN" altLang="en-US" sz="1800" dirty="0">
                <a:latin typeface="华文楷体" panose="02010600040101010101" pitchFamily="2" charset="-122"/>
                <a:ea typeface="华文楷体" panose="02010600040101010101" pitchFamily="2" charset="-122"/>
              </a:rPr>
              <a:t>政治</a:t>
            </a:r>
            <a:endParaRPr lang="en-US" altLang="zh-CN" sz="1800" dirty="0">
              <a:latin typeface="华文楷体" panose="02010600040101010101" pitchFamily="2" charset="-122"/>
              <a:ea typeface="华文楷体" panose="02010600040101010101" pitchFamily="2" charset="-122"/>
            </a:endParaRPr>
          </a:p>
        </p:txBody>
      </p:sp>
      <p:sp>
        <p:nvSpPr>
          <p:cNvPr id="5" name="内容占位符 2"/>
          <p:cNvSpPr txBox="1">
            <a:spLocks/>
          </p:cNvSpPr>
          <p:nvPr/>
        </p:nvSpPr>
        <p:spPr>
          <a:xfrm>
            <a:off x="27716" y="5013176"/>
            <a:ext cx="4112236" cy="175679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r>
              <a:rPr lang="en-US" altLang="zh-CN" sz="1800" dirty="0">
                <a:latin typeface="华文楷体" panose="02010600040101010101" pitchFamily="2" charset="-122"/>
                <a:ea typeface="华文楷体" panose="02010600040101010101" pitchFamily="2" charset="-122"/>
                <a:cs typeface="仿宋" panose="02010609060101010101" pitchFamily="49" charset="-122"/>
                <a:sym typeface="+mn-ea"/>
              </a:rPr>
              <a:t>“</a:t>
            </a:r>
            <a:r>
              <a:rPr lang="zh-CN" altLang="en-US" sz="1800" dirty="0">
                <a:latin typeface="华文楷体" panose="02010600040101010101" pitchFamily="2" charset="-122"/>
                <a:ea typeface="华文楷体" panose="02010600040101010101" pitchFamily="2" charset="-122"/>
                <a:cs typeface="仿宋" panose="02010609060101010101" pitchFamily="49" charset="-122"/>
                <a:sym typeface="+mn-ea"/>
              </a:rPr>
              <a:t>政治就是区分敌我”（</a:t>
            </a:r>
            <a:r>
              <a:rPr lang="en-US" altLang="zh-CN" sz="1800" dirty="0">
                <a:latin typeface="华文楷体" panose="02010600040101010101" pitchFamily="2" charset="-122"/>
                <a:ea typeface="华文楷体" panose="02010600040101010101" pitchFamily="2" charset="-122"/>
                <a:cs typeface="仿宋" panose="02010609060101010101" pitchFamily="49" charset="-122"/>
                <a:sym typeface="+mn-ea"/>
              </a:rPr>
              <a:t>Karl</a:t>
            </a:r>
            <a:r>
              <a:rPr lang="zh-CN" altLang="en-US" sz="1800" dirty="0">
                <a:latin typeface="华文楷体" panose="02010600040101010101" pitchFamily="2" charset="-122"/>
                <a:ea typeface="华文楷体" panose="02010600040101010101" pitchFamily="2" charset="-122"/>
                <a:cs typeface="仿宋" panose="02010609060101010101" pitchFamily="49" charset="-122"/>
                <a:sym typeface="+mn-ea"/>
              </a:rPr>
              <a:t> </a:t>
            </a:r>
            <a:r>
              <a:rPr lang="en-US" altLang="zh-CN" sz="1800" dirty="0" err="1">
                <a:latin typeface="华文楷体" panose="02010600040101010101" pitchFamily="2" charset="-122"/>
                <a:ea typeface="华文楷体" panose="02010600040101010101" pitchFamily="2" charset="-122"/>
                <a:cs typeface="仿宋" panose="02010609060101010101" pitchFamily="49" charset="-122"/>
                <a:sym typeface="+mn-ea"/>
              </a:rPr>
              <a:t>Schimit</a:t>
            </a:r>
            <a:r>
              <a:rPr lang="zh-CN" altLang="en-US" sz="1800" dirty="0">
                <a:latin typeface="华文楷体" panose="02010600040101010101" pitchFamily="2" charset="-122"/>
                <a:ea typeface="华文楷体" panose="02010600040101010101" pitchFamily="2" charset="-122"/>
                <a:cs typeface="仿宋" panose="02010609060101010101" pitchFamily="49" charset="-122"/>
                <a:sym typeface="+mn-ea"/>
              </a:rPr>
              <a:t>）</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r>
              <a:rPr lang="zh-CN" altLang="en-US" sz="1800" dirty="0">
                <a:latin typeface="华文楷体" panose="02010600040101010101" pitchFamily="2" charset="-122"/>
                <a:ea typeface="华文楷体" panose="02010600040101010101" pitchFamily="2" charset="-122"/>
                <a:cs typeface="仿宋" panose="02010609060101010101" pitchFamily="49" charset="-122"/>
                <a:sym typeface="+mn-ea"/>
              </a:rPr>
              <a:t>“谁是我们的敌人，谁是我们的朋友，这个问题是革命的首要问题。”</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p:txBody>
      </p:sp>
      <p:sp>
        <p:nvSpPr>
          <p:cNvPr id="6" name="Content Placeholder 2"/>
          <p:cNvSpPr txBox="1">
            <a:spLocks/>
          </p:cNvSpPr>
          <p:nvPr/>
        </p:nvSpPr>
        <p:spPr>
          <a:xfrm>
            <a:off x="4283968" y="43217"/>
            <a:ext cx="4211960" cy="206084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r>
              <a:rPr lang="en-US" altLang="zh-CN" sz="1800" dirty="0">
                <a:latin typeface="华文楷体" panose="02010600040101010101" pitchFamily="2" charset="-122"/>
                <a:ea typeface="华文楷体" panose="02010600040101010101" pitchFamily="2" charset="-122"/>
                <a:cs typeface="仿宋" panose="02010609060101010101" pitchFamily="49" charset="-122"/>
              </a:rPr>
              <a:t>B.</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特征：</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pPr marL="0" indent="0">
              <a:buFont typeface="Wingdings 3" panose="05040102010807070707" charset="2"/>
              <a:buNone/>
            </a:pPr>
            <a:r>
              <a:rPr lang="en-US" altLang="zh-CN" sz="1800" dirty="0">
                <a:latin typeface="华文楷体" panose="02010600040101010101" pitchFamily="2" charset="-122"/>
                <a:ea typeface="华文楷体" panose="02010600040101010101" pitchFamily="2" charset="-122"/>
                <a:cs typeface="仿宋" panose="02010609060101010101" pitchFamily="49" charset="-122"/>
              </a:rPr>
              <a:t>a.</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遮蔽（</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cover</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pPr marL="0" indent="0">
              <a:buFont typeface="Wingdings 3" panose="05040102010807070707" charset="2"/>
              <a:buNone/>
            </a:pPr>
            <a:r>
              <a:rPr lang="zh-CN" altLang="en-US" sz="1800" dirty="0">
                <a:latin typeface="华文楷体" panose="02010600040101010101" pitchFamily="2" charset="-122"/>
                <a:ea typeface="华文楷体" panose="02010600040101010101" pitchFamily="2" charset="-122"/>
                <a:cs typeface="仿宋" panose="02010609060101010101" pitchFamily="49" charset="-122"/>
              </a:rPr>
              <a:t>语言在揭示的同时遮蔽</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pPr marL="0" indent="0">
              <a:buFont typeface="Wingdings 3" panose="05040102010807070707" charset="2"/>
              <a:buNone/>
            </a:pPr>
            <a:r>
              <a:rPr lang="en-US" altLang="zh-CN" sz="1800" dirty="0">
                <a:latin typeface="华文楷体" panose="02010600040101010101" pitchFamily="2" charset="-122"/>
                <a:ea typeface="华文楷体" panose="02010600040101010101" pitchFamily="2" charset="-122"/>
                <a:cs typeface="仿宋" panose="02010609060101010101" pitchFamily="49" charset="-122"/>
              </a:rPr>
              <a:t>b.</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宣传（</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propaganda</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）与传播</a:t>
            </a:r>
          </a:p>
          <a:p>
            <a:pPr marL="0" indent="0">
              <a:buFont typeface="Wingdings 3" panose="05040102010807070707" charset="2"/>
              <a:buNone/>
            </a:pPr>
            <a:r>
              <a:rPr lang="en-US" sz="1800" dirty="0">
                <a:latin typeface="华文楷体" panose="02010600040101010101" pitchFamily="2" charset="-122"/>
                <a:ea typeface="华文楷体" panose="02010600040101010101" pitchFamily="2" charset="-122"/>
                <a:cs typeface="仿宋" panose="02010609060101010101" pitchFamily="49" charset="-122"/>
              </a:rPr>
              <a:t>c</a:t>
            </a:r>
            <a:r>
              <a:rPr lang="zh-CN" altLang="zh-CN" sz="1800" dirty="0">
                <a:latin typeface="华文楷体" panose="02010600040101010101" pitchFamily="2" charset="-122"/>
                <a:ea typeface="华文楷体" panose="02010600040101010101" pitchFamily="2" charset="-122"/>
                <a:cs typeface="仿宋" panose="02010609060101010101" pitchFamily="49" charset="-122"/>
              </a:rPr>
              <a:t>.</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标准：政治正确性（</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political</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 </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correctness</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a:t>
            </a:r>
            <a:endParaRPr lang="en-US" altLang="zh-CN" sz="1800" dirty="0"/>
          </a:p>
          <a:p>
            <a:endParaRPr lang="en-US" altLang="zh-CN" sz="1800" dirty="0"/>
          </a:p>
          <a:p>
            <a:pPr marL="114300" indent="0">
              <a:buFont typeface="Wingdings 3" panose="05040102010807070707" charset="2"/>
              <a:buNone/>
            </a:pPr>
            <a:endParaRPr lang="en-US" sz="1800" dirty="0"/>
          </a:p>
        </p:txBody>
      </p:sp>
      <p:sp>
        <p:nvSpPr>
          <p:cNvPr id="8" name="Content Placeholder 2"/>
          <p:cNvSpPr txBox="1">
            <a:spLocks/>
          </p:cNvSpPr>
          <p:nvPr/>
        </p:nvSpPr>
        <p:spPr>
          <a:xfrm>
            <a:off x="4283968" y="1968339"/>
            <a:ext cx="4832316" cy="313932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Font typeface="Wingdings 3" panose="05040102010807070707" charset="2"/>
              <a:buNone/>
            </a:pPr>
            <a:r>
              <a:rPr lang="en-US" altLang="zh-CN" sz="1800" dirty="0">
                <a:latin typeface="华文楷体" panose="02010600040101010101" pitchFamily="2" charset="-122"/>
                <a:ea typeface="华文楷体" panose="02010600040101010101" pitchFamily="2" charset="-122"/>
                <a:cs typeface="仿宋" panose="02010609060101010101" pitchFamily="49" charset="-122"/>
              </a:rPr>
              <a:t>d.</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根本目的：经济利益（</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interest</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pPr marL="0" indent="0">
              <a:buFont typeface="Wingdings 3" panose="05040102010807070707" charset="2"/>
              <a:buNone/>
            </a:pPr>
            <a:r>
              <a:rPr lang="zh-CN" altLang="en-US" sz="1800" dirty="0">
                <a:latin typeface="华文楷体" panose="02010600040101010101" pitchFamily="2" charset="-122"/>
                <a:ea typeface="华文楷体" panose="02010600040101010101" pitchFamily="2" charset="-122"/>
                <a:cs typeface="仿宋" panose="02010609060101010101" pitchFamily="49" charset="-122"/>
              </a:rPr>
              <a:t>马克思</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pPr marL="0" indent="0">
              <a:buFont typeface="Wingdings 3" panose="05040102010807070707" charset="2"/>
              <a:buNone/>
            </a:pPr>
            <a:r>
              <a:rPr lang="zh-CN" altLang="en-US" sz="1800" dirty="0">
                <a:latin typeface="华文楷体" panose="02010600040101010101" pitchFamily="2" charset="-122"/>
                <a:ea typeface="华文楷体" panose="02010600040101010101" pitchFamily="2" charset="-122"/>
                <a:cs typeface="仿宋" panose="02010609060101010101" pitchFamily="49" charset="-122"/>
              </a:rPr>
              <a:t>在现代社会，没有经济利益支持的正义没有生命力。没有经济利益支持的意识形态都苍白无力。</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pPr marL="114300" indent="0">
              <a:buFont typeface="Wingdings 3" panose="05040102010807070707" charset="2"/>
              <a:buNone/>
            </a:pPr>
            <a:r>
              <a:rPr lang="zh-CN" altLang="zh-CN" sz="1800" dirty="0">
                <a:latin typeface="华文楷体" panose="02010600040101010101" pitchFamily="2" charset="-122"/>
                <a:ea typeface="华文楷体" panose="02010600040101010101" pitchFamily="2" charset="-122"/>
                <a:cs typeface="仿宋" panose="02010609060101010101" pitchFamily="49" charset="-122"/>
              </a:rPr>
              <a:t>2</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真理的话语（科学的话语？）</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pPr marL="0" indent="0">
              <a:buFont typeface="Wingdings 3" panose="05040102010807070707" charset="2"/>
              <a:buNone/>
            </a:pPr>
            <a:r>
              <a:rPr lang="zh-CN" altLang="en-US" sz="1800" dirty="0">
                <a:latin typeface="华文楷体" panose="02010600040101010101" pitchFamily="2" charset="-122"/>
                <a:ea typeface="华文楷体" panose="02010600040101010101" pitchFamily="2" charset="-122"/>
                <a:cs typeface="仿宋" panose="02010609060101010101" pitchFamily="49" charset="-122"/>
              </a:rPr>
              <a:t>求真意志</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pPr marL="0" indent="0">
              <a:buFont typeface="Wingdings 3" panose="05040102010807070707" charset="2"/>
              <a:buNone/>
            </a:pPr>
            <a:r>
              <a:rPr lang="en-US" sz="1800" dirty="0">
                <a:latin typeface="华文楷体" panose="02010600040101010101" pitchFamily="2" charset="-122"/>
                <a:ea typeface="华文楷体" panose="02010600040101010101" pitchFamily="2" charset="-122"/>
                <a:cs typeface="仿宋" panose="02010609060101010101" pitchFamily="49" charset="-122"/>
              </a:rPr>
              <a:t>uncover</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 </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the</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 </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reality</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 </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rather</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 </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than</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 </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the</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 </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appearance</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496" y="116632"/>
            <a:ext cx="1278978" cy="456002"/>
          </a:xfrm>
        </p:spPr>
        <p:txBody>
          <a:bodyPr/>
          <a:lstStyle/>
          <a:p>
            <a:r>
              <a:rPr lang="en-US" altLang="zh-CN" sz="2000" dirty="0"/>
              <a:t>1.</a:t>
            </a:r>
            <a:r>
              <a:rPr lang="zh-CN" altLang="en-US" sz="2000" dirty="0"/>
              <a:t>科学</a:t>
            </a:r>
          </a:p>
        </p:txBody>
      </p:sp>
      <p:sp>
        <p:nvSpPr>
          <p:cNvPr id="3" name="内容占位符 2"/>
          <p:cNvSpPr>
            <a:spLocks noGrp="1"/>
          </p:cNvSpPr>
          <p:nvPr>
            <p:ph idx="1"/>
          </p:nvPr>
        </p:nvSpPr>
        <p:spPr>
          <a:xfrm>
            <a:off x="35496" y="572634"/>
            <a:ext cx="8910736" cy="2348025"/>
          </a:xfrm>
        </p:spPr>
        <p:txBody>
          <a:bodyPr>
            <a:normAutofit/>
          </a:bodyPr>
          <a:lstStyle/>
          <a:p>
            <a:pPr marL="0" indent="0">
              <a:buNone/>
            </a:pPr>
            <a:r>
              <a:rPr lang="zh-CN" altLang="en-US" sz="1800" dirty="0">
                <a:latin typeface="华文楷体" panose="02010600040101010101" pitchFamily="2" charset="-122"/>
                <a:ea typeface="华文楷体" panose="02010600040101010101" pitchFamily="2" charset="-122"/>
              </a:rPr>
              <a:t>理论</a:t>
            </a:r>
            <a:endParaRPr lang="en-US" altLang="zh-CN" sz="1800" dirty="0">
              <a:latin typeface="华文楷体" panose="02010600040101010101" pitchFamily="2" charset="-122"/>
              <a:ea typeface="华文楷体" panose="02010600040101010101" pitchFamily="2" charset="-122"/>
            </a:endParaRPr>
          </a:p>
          <a:p>
            <a:pPr marL="0" indent="0">
              <a:buNone/>
            </a:pPr>
            <a:r>
              <a:rPr lang="zh-CN" altLang="en-US" sz="1800" dirty="0">
                <a:latin typeface="华文楷体" panose="02010600040101010101" pitchFamily="2" charset="-122"/>
                <a:ea typeface="华文楷体" panose="02010600040101010101" pitchFamily="2" charset="-122"/>
              </a:rPr>
              <a:t>“可用于相对广泛的情况下的系统组织的知识，尤其指一系列假设，已被接受的定理以及用于分析、预测或解释自然或专门现象行为的程序规则。</a:t>
            </a:r>
            <a:endParaRPr lang="en-US" altLang="zh-CN" sz="1800" dirty="0">
              <a:latin typeface="华文楷体" panose="02010600040101010101" pitchFamily="2" charset="-122"/>
              <a:ea typeface="华文楷体" panose="02010600040101010101" pitchFamily="2" charset="-122"/>
            </a:endParaRPr>
          </a:p>
          <a:p>
            <a:pPr marL="0" indent="0">
              <a:buNone/>
            </a:pPr>
            <a:r>
              <a:rPr lang="zh-CN" altLang="en-US" sz="1800" dirty="0">
                <a:latin typeface="华文楷体" panose="02010600040101010101" pitchFamily="2" charset="-122"/>
                <a:ea typeface="华文楷体" panose="02010600040101010101" pitchFamily="2" charset="-122"/>
              </a:rPr>
              <a:t>“概念、原理的体系。是系统化了的理性知识。具有全面性、逻辑性和系统性的特征。理论的产生和发展既由社会实践决定，又有自身的独立性。理论必须与实践相结合，离开实践的理论是空洞的理论。科学的理论是在社会实践的基础上产生并经过社会实践的检验和证明的理论，是客观事物的本规律性的正确反映。”</a:t>
            </a:r>
            <a:endParaRPr lang="en-US" altLang="zh-CN" sz="1800" dirty="0">
              <a:latin typeface="华文楷体" panose="02010600040101010101" pitchFamily="2" charset="-122"/>
              <a:ea typeface="华文楷体" panose="02010600040101010101" pitchFamily="2" charset="-122"/>
            </a:endParaRPr>
          </a:p>
        </p:txBody>
      </p:sp>
      <p:sp>
        <p:nvSpPr>
          <p:cNvPr id="7" name="标题 1"/>
          <p:cNvSpPr txBox="1">
            <a:spLocks/>
          </p:cNvSpPr>
          <p:nvPr/>
        </p:nvSpPr>
        <p:spPr>
          <a:xfrm>
            <a:off x="33703" y="2780928"/>
            <a:ext cx="1639018" cy="456002"/>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sz="2000" dirty="0"/>
              <a:t>科学之特征</a:t>
            </a:r>
          </a:p>
        </p:txBody>
      </p:sp>
      <p:sp>
        <p:nvSpPr>
          <p:cNvPr id="8" name="内容占位符 2"/>
          <p:cNvSpPr txBox="1">
            <a:spLocks/>
          </p:cNvSpPr>
          <p:nvPr/>
        </p:nvSpPr>
        <p:spPr>
          <a:xfrm>
            <a:off x="33703" y="3073246"/>
            <a:ext cx="3026129" cy="244398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Font typeface="Wingdings 3" panose="05040102010807070707" charset="2"/>
              <a:buNone/>
            </a:pPr>
            <a:r>
              <a:rPr lang="en-US" altLang="zh-CN" sz="1800" dirty="0">
                <a:latin typeface="华文楷体" panose="02010600040101010101" pitchFamily="2" charset="-122"/>
                <a:ea typeface="华文楷体" panose="02010600040101010101" pitchFamily="2" charset="-122"/>
              </a:rPr>
              <a:t>A</a:t>
            </a:r>
            <a:r>
              <a:rPr lang="zh-CN" altLang="en-US" sz="1800" dirty="0">
                <a:latin typeface="华文楷体" panose="02010600040101010101" pitchFamily="2" charset="-122"/>
                <a:ea typeface="华文楷体" panose="02010600040101010101" pitchFamily="2" charset="-122"/>
              </a:rPr>
              <a:t>.实验性（严格性）</a:t>
            </a:r>
            <a:endParaRPr lang="en-US" altLang="zh-CN" sz="1800" dirty="0">
              <a:latin typeface="华文楷体" panose="02010600040101010101" pitchFamily="2" charset="-122"/>
              <a:ea typeface="华文楷体" panose="02010600040101010101" pitchFamily="2" charset="-122"/>
            </a:endParaRPr>
          </a:p>
          <a:p>
            <a:pPr marL="0" indent="0">
              <a:buFont typeface="Wingdings 3" panose="05040102010807070707" charset="2"/>
              <a:buNone/>
            </a:pPr>
            <a:r>
              <a:rPr lang="en-US" altLang="zh-CN" sz="1800" dirty="0">
                <a:latin typeface="华文楷体" panose="02010600040101010101" pitchFamily="2" charset="-122"/>
                <a:ea typeface="华文楷体" panose="02010600040101010101" pitchFamily="2" charset="-122"/>
              </a:rPr>
              <a:t>B.</a:t>
            </a:r>
            <a:r>
              <a:rPr lang="zh-CN" altLang="en-US" sz="1800" dirty="0">
                <a:latin typeface="华文楷体" panose="02010600040101010101" pitchFamily="2" charset="-122"/>
                <a:ea typeface="华文楷体" panose="02010600040101010101" pitchFamily="2" charset="-122"/>
              </a:rPr>
              <a:t>可证实性（证伪）</a:t>
            </a:r>
            <a:endParaRPr lang="en-US" altLang="zh-CN" sz="1800" dirty="0">
              <a:latin typeface="华文楷体" panose="02010600040101010101" pitchFamily="2" charset="-122"/>
              <a:ea typeface="华文楷体" panose="02010600040101010101" pitchFamily="2" charset="-122"/>
            </a:endParaRPr>
          </a:p>
          <a:p>
            <a:pPr marL="0" indent="0">
              <a:buFont typeface="Wingdings 3" panose="05040102010807070707" charset="2"/>
              <a:buNone/>
            </a:pPr>
            <a:r>
              <a:rPr lang="en-US" altLang="zh-CN" sz="1800" dirty="0">
                <a:latin typeface="华文楷体" panose="02010600040101010101" pitchFamily="2" charset="-122"/>
                <a:ea typeface="华文楷体" panose="02010600040101010101" pitchFamily="2" charset="-122"/>
              </a:rPr>
              <a:t>C.</a:t>
            </a:r>
            <a:r>
              <a:rPr lang="zh-CN" altLang="en-US" sz="1800" dirty="0">
                <a:latin typeface="华文楷体" panose="02010600040101010101" pitchFamily="2" charset="-122"/>
                <a:ea typeface="华文楷体" panose="02010600040101010101" pitchFamily="2" charset="-122"/>
              </a:rPr>
              <a:t>普遍性</a:t>
            </a:r>
            <a:endParaRPr lang="en-US" altLang="zh-CN" sz="1800" dirty="0">
              <a:latin typeface="华文楷体" panose="02010600040101010101" pitchFamily="2" charset="-122"/>
              <a:ea typeface="华文楷体" panose="02010600040101010101" pitchFamily="2" charset="-122"/>
            </a:endParaRPr>
          </a:p>
          <a:p>
            <a:pPr marL="0" indent="0">
              <a:buFont typeface="Wingdings 3" panose="05040102010807070707" charset="2"/>
              <a:buNone/>
            </a:pPr>
            <a:r>
              <a:rPr lang="en-US" altLang="zh-CN" sz="1800" dirty="0">
                <a:latin typeface="华文楷体" panose="02010600040101010101" pitchFamily="2" charset="-122"/>
                <a:ea typeface="华文楷体" panose="02010600040101010101" pitchFamily="2" charset="-122"/>
              </a:rPr>
              <a:t>D.</a:t>
            </a:r>
            <a:r>
              <a:rPr lang="zh-CN" altLang="en-US" sz="1800" dirty="0">
                <a:latin typeface="华文楷体" panose="02010600040101010101" pitchFamily="2" charset="-122"/>
                <a:ea typeface="华文楷体" panose="02010600040101010101" pitchFamily="2" charset="-122"/>
              </a:rPr>
              <a:t>公共性（相反：“心灵感应”，“见鬼”）</a:t>
            </a:r>
            <a:endParaRPr lang="en-US" altLang="zh-CN" sz="1800" dirty="0">
              <a:latin typeface="华文楷体" panose="02010600040101010101" pitchFamily="2" charset="-122"/>
              <a:ea typeface="华文楷体" panose="02010600040101010101" pitchFamily="2" charset="-122"/>
            </a:endParaRPr>
          </a:p>
        </p:txBody>
      </p:sp>
      <p:sp>
        <p:nvSpPr>
          <p:cNvPr id="9" name="内容占位符 2"/>
          <p:cNvSpPr txBox="1">
            <a:spLocks/>
          </p:cNvSpPr>
          <p:nvPr/>
        </p:nvSpPr>
        <p:spPr>
          <a:xfrm>
            <a:off x="33703" y="5053307"/>
            <a:ext cx="2954121" cy="168806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Font typeface="Wingdings 3" panose="05040102010807070707" charset="2"/>
              <a:buNone/>
            </a:pPr>
            <a:r>
              <a:rPr lang="en-US" altLang="zh-CN" sz="1800" dirty="0">
                <a:latin typeface="华文楷体" panose="02010600040101010101" pitchFamily="2" charset="-122"/>
                <a:ea typeface="华文楷体" panose="02010600040101010101" pitchFamily="2" charset="-122"/>
              </a:rPr>
              <a:t>E</a:t>
            </a:r>
            <a:r>
              <a:rPr lang="zh-CN" altLang="en-US" sz="1800" dirty="0">
                <a:latin typeface="华文楷体" panose="02010600040101010101" pitchFamily="2" charset="-122"/>
                <a:ea typeface="华文楷体" panose="02010600040101010101" pitchFamily="2" charset="-122"/>
              </a:rPr>
              <a:t>.物理数学化（</a:t>
            </a:r>
            <a:r>
              <a:rPr lang="en-US" altLang="zh-CN" sz="1800" dirty="0">
                <a:latin typeface="华文楷体" panose="02010600040101010101" pitchFamily="2" charset="-122"/>
                <a:ea typeface="华文楷体" panose="02010600040101010101" pitchFamily="2" charset="-122"/>
              </a:rPr>
              <a:t>16</a:t>
            </a:r>
            <a:r>
              <a:rPr lang="zh-CN" altLang="en-US" sz="1800" dirty="0">
                <a:latin typeface="华文楷体" panose="02010600040101010101" pitchFamily="2" charset="-122"/>
                <a:ea typeface="华文楷体" panose="02010600040101010101" pitchFamily="2" charset="-122"/>
              </a:rPr>
              <a:t>世纪以来的西方科学）</a:t>
            </a:r>
            <a:endParaRPr lang="en-US" altLang="zh-CN" sz="1800" dirty="0">
              <a:latin typeface="华文楷体" panose="02010600040101010101" pitchFamily="2" charset="-122"/>
              <a:ea typeface="华文楷体" panose="02010600040101010101" pitchFamily="2" charset="-122"/>
            </a:endParaRPr>
          </a:p>
          <a:p>
            <a:pPr marL="0" indent="0">
              <a:buFont typeface="Wingdings 3" panose="05040102010807070707" charset="2"/>
              <a:buNone/>
            </a:pPr>
            <a:r>
              <a:rPr lang="en-US" altLang="zh-CN" sz="1800" dirty="0">
                <a:latin typeface="华文楷体" panose="02010600040101010101" pitchFamily="2" charset="-122"/>
                <a:ea typeface="华文楷体" panose="02010600040101010101" pitchFamily="2" charset="-122"/>
              </a:rPr>
              <a:t>F</a:t>
            </a:r>
            <a:r>
              <a:rPr lang="zh-CN" altLang="en-US" sz="1800" dirty="0">
                <a:latin typeface="华文楷体" panose="02010600040101010101" pitchFamily="2" charset="-122"/>
                <a:ea typeface="华文楷体" panose="02010600040101010101" pitchFamily="2" charset="-122"/>
              </a:rPr>
              <a:t>.公式化</a:t>
            </a:r>
            <a:endParaRPr lang="en-US" altLang="zh-CN" sz="1800" dirty="0">
              <a:latin typeface="华文楷体" panose="02010600040101010101" pitchFamily="2" charset="-122"/>
              <a:ea typeface="华文楷体" panose="02010600040101010101" pitchFamily="2" charset="-122"/>
            </a:endParaRPr>
          </a:p>
          <a:p>
            <a:pPr marL="0" indent="0">
              <a:buFont typeface="Wingdings 3" panose="05040102010807070707" charset="2"/>
              <a:buNone/>
            </a:pPr>
            <a:r>
              <a:rPr lang="en-US" altLang="zh-CN" sz="1800" b="1" i="1" dirty="0"/>
              <a:t>E</a:t>
            </a:r>
            <a:r>
              <a:rPr lang="en-US" altLang="zh-CN" sz="1800" dirty="0"/>
              <a:t>=</a:t>
            </a:r>
            <a:r>
              <a:rPr lang="en-US" altLang="zh-CN" sz="1800" b="1" i="1" dirty="0"/>
              <a:t>m</a:t>
            </a:r>
            <a:r>
              <a:rPr lang="en-US" altLang="zh-CN" sz="1800" i="1" dirty="0"/>
              <a:t>c</a:t>
            </a:r>
            <a:r>
              <a:rPr lang="en-US" altLang="zh-CN" sz="1800" dirty="0"/>
              <a:t>2</a:t>
            </a:r>
            <a:endParaRPr lang="en-US" altLang="zh-CN" sz="1800" dirty="0">
              <a:solidFill>
                <a:srgbClr val="FF0000"/>
              </a:solidFill>
            </a:endParaRPr>
          </a:p>
        </p:txBody>
      </p:sp>
      <p:sp>
        <p:nvSpPr>
          <p:cNvPr id="10" name="Content Placeholder 2"/>
          <p:cNvSpPr txBox="1">
            <a:spLocks/>
          </p:cNvSpPr>
          <p:nvPr/>
        </p:nvSpPr>
        <p:spPr>
          <a:xfrm>
            <a:off x="3028003" y="2780928"/>
            <a:ext cx="5683867" cy="214345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r>
              <a:rPr lang="en-US" sz="1800" dirty="0">
                <a:latin typeface="华文楷体" panose="02010600040101010101" pitchFamily="2" charset="-122"/>
                <a:ea typeface="华文楷体" panose="02010600040101010101" pitchFamily="2" charset="-122"/>
                <a:cs typeface="仿宋" panose="02010609060101010101" pitchFamily="49" charset="-122"/>
              </a:rPr>
              <a:t>T</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he</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 </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most</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 </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important</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 </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Virtue: </a:t>
            </a:r>
            <a:r>
              <a:rPr lang="en-US" sz="1800" dirty="0">
                <a:latin typeface="华文楷体" panose="02010600040101010101" pitchFamily="2" charset="-122"/>
                <a:ea typeface="华文楷体" panose="02010600040101010101" pitchFamily="2" charset="-122"/>
                <a:cs typeface="仿宋" panose="02010609060101010101" pitchFamily="49" charset="-122"/>
              </a:rPr>
              <a:t>Be true to Everything and every Event</a:t>
            </a:r>
          </a:p>
          <a:p>
            <a:r>
              <a:rPr lang="zh-CN" altLang="en-US" sz="1800" dirty="0">
                <a:latin typeface="华文楷体" panose="02010600040101010101" pitchFamily="2" charset="-122"/>
                <a:ea typeface="华文楷体" panose="02010600040101010101" pitchFamily="2" charset="-122"/>
                <a:cs typeface="仿宋" panose="02010609060101010101" pitchFamily="49" charset="-122"/>
              </a:rPr>
              <a:t>尼采：“最勇敢者也不敢面对真实的自己”，</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a:t>
            </a:r>
            <a:r>
              <a:rPr lang="zh-CN" altLang="en-US" sz="1800" dirty="0">
                <a:latin typeface="华文楷体" panose="02010600040101010101" pitchFamily="2" charset="-122"/>
                <a:ea typeface="华文楷体" panose="02010600040101010101" pitchFamily="2" charset="-122"/>
                <a:cs typeface="仿宋" panose="02010609060101010101" pitchFamily="49" charset="-122"/>
              </a:rPr>
              <a:t>权力意志</a:t>
            </a:r>
            <a:r>
              <a:rPr lang="en-US" altLang="zh-CN" sz="1800" dirty="0">
                <a:latin typeface="华文楷体" panose="02010600040101010101" pitchFamily="2" charset="-122"/>
                <a:ea typeface="华文楷体" panose="02010600040101010101" pitchFamily="2" charset="-122"/>
                <a:cs typeface="仿宋" panose="02010609060101010101" pitchFamily="49" charset="-122"/>
              </a:rPr>
              <a:t>》</a:t>
            </a:r>
          </a:p>
          <a:p>
            <a:r>
              <a:rPr lang="en-US" sz="1800" dirty="0" err="1">
                <a:latin typeface="华文楷体" panose="02010600040101010101" pitchFamily="2" charset="-122"/>
                <a:ea typeface="华文楷体" panose="02010600040101010101" pitchFamily="2" charset="-122"/>
                <a:cs typeface="仿宋" panose="02010609060101010101" pitchFamily="49" charset="-122"/>
              </a:rPr>
              <a:t>对象：自然，社会，自我</a:t>
            </a:r>
            <a:endParaRPr lang="en-US" sz="1800" dirty="0">
              <a:latin typeface="华文楷体" panose="02010600040101010101" pitchFamily="2" charset="-122"/>
              <a:ea typeface="华文楷体" panose="02010600040101010101" pitchFamily="2" charset="-122"/>
              <a:cs typeface="仿宋" panose="02010609060101010101" pitchFamily="49" charset="-122"/>
            </a:endParaRPr>
          </a:p>
          <a:p>
            <a:r>
              <a:rPr lang="zh-CN" altLang="en-US" sz="1800" dirty="0">
                <a:latin typeface="华文楷体" panose="02010600040101010101" pitchFamily="2" charset="-122"/>
                <a:ea typeface="华文楷体" panose="02010600040101010101" pitchFamily="2" charset="-122"/>
                <a:cs typeface="仿宋" panose="02010609060101010101" pitchFamily="49" charset="-122"/>
              </a:rPr>
              <a:t>标准：是非，真假</a:t>
            </a:r>
            <a:endParaRPr lang="en-US" sz="1800" dirty="0">
              <a:latin typeface="华文楷体" panose="02010600040101010101" pitchFamily="2" charset="-122"/>
              <a:ea typeface="华文楷体" panose="02010600040101010101" pitchFamily="2" charset="-122"/>
              <a:cs typeface="仿宋" panose="02010609060101010101" pitchFamily="49" charset="-122"/>
            </a:endParaRPr>
          </a:p>
        </p:txBody>
      </p:sp>
      <p:sp>
        <p:nvSpPr>
          <p:cNvPr id="13" name="Content Placeholder 2">
            <a:extLst>
              <a:ext uri="{FF2B5EF4-FFF2-40B4-BE49-F238E27FC236}">
                <a16:creationId xmlns:a16="http://schemas.microsoft.com/office/drawing/2014/main" id="{927A4A14-D03D-9F24-6974-4BBCBED88782}"/>
              </a:ext>
            </a:extLst>
          </p:cNvPr>
          <p:cNvSpPr txBox="1">
            <a:spLocks/>
          </p:cNvSpPr>
          <p:nvPr/>
        </p:nvSpPr>
        <p:spPr>
          <a:xfrm>
            <a:off x="3056586" y="4929969"/>
            <a:ext cx="4583224" cy="1934736"/>
          </a:xfrm>
          <a:prstGeom prst="rect">
            <a:avLst/>
          </a:prstGeom>
        </p:spPr>
        <p:txBody>
          <a:bodyPr vert="horz" lIns="91440" tIns="45720" rIns="91440" bIns="45720" rtlCol="0">
            <a:normAutofit fontScale="975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r>
              <a:rPr lang="en-US" sz="1800" dirty="0">
                <a:latin typeface="华文楷体" panose="02010600040101010101" pitchFamily="2" charset="-122"/>
                <a:ea typeface="华文楷体" panose="02010600040101010101" pitchFamily="2" charset="-122"/>
              </a:rPr>
              <a:t>3.</a:t>
            </a:r>
            <a:r>
              <a:rPr lang="en-US" sz="1800" dirty="0">
                <a:latin typeface="华文楷体" panose="02010600040101010101" pitchFamily="2" charset="-122"/>
                <a:ea typeface="华文楷体" panose="02010600040101010101" pitchFamily="2" charset="-122"/>
                <a:cs typeface="仿宋" panose="02010609060101010101" pitchFamily="49" charset="-122"/>
              </a:rPr>
              <a:t>日常的话语（diary discourse）</a:t>
            </a:r>
          </a:p>
          <a:p>
            <a:r>
              <a:rPr lang="zh-CN" altLang="en-US" sz="1800" dirty="0">
                <a:latin typeface="华文楷体" panose="02010600040101010101" pitchFamily="2" charset="-122"/>
                <a:ea typeface="华文楷体" panose="02010600040101010101" pitchFamily="2" charset="-122"/>
                <a:cs typeface="仿宋" panose="02010609060101010101" pitchFamily="49" charset="-122"/>
              </a:rPr>
              <a:t>网络语言</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r>
              <a:rPr lang="zh-CN" altLang="en-US" sz="1800" dirty="0">
                <a:latin typeface="华文楷体" panose="02010600040101010101" pitchFamily="2" charset="-122"/>
                <a:ea typeface="华文楷体" panose="02010600040101010101" pitchFamily="2" charset="-122"/>
                <a:cs typeface="仿宋" panose="02010609060101010101" pitchFamily="49" charset="-122"/>
              </a:rPr>
              <a:t>大众化（“草根”）</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a:p>
            <a:r>
              <a:rPr lang="zh-CN" altLang="en-US" sz="1800" dirty="0">
                <a:latin typeface="华文楷体" panose="02010600040101010101" pitchFamily="2" charset="-122"/>
                <a:ea typeface="华文楷体" panose="02010600040101010101" pitchFamily="2" charset="-122"/>
                <a:cs typeface="仿宋" panose="02010609060101010101" pitchFamily="49" charset="-122"/>
              </a:rPr>
              <a:t>通俗化</a:t>
            </a:r>
            <a:endParaRPr lang="en-US" altLang="zh-CN" sz="1800" dirty="0">
              <a:latin typeface="华文楷体" panose="02010600040101010101" pitchFamily="2" charset="-122"/>
              <a:ea typeface="华文楷体" panose="02010600040101010101" pitchFamily="2" charset="-122"/>
              <a:cs typeface="仿宋" panose="02010609060101010101" pitchFamily="49" charset="-122"/>
            </a:endParaRPr>
          </a:p>
        </p:txBody>
      </p:sp>
      <p:sp>
        <p:nvSpPr>
          <p:cNvPr id="14" name="文本框 13">
            <a:extLst>
              <a:ext uri="{FF2B5EF4-FFF2-40B4-BE49-F238E27FC236}">
                <a16:creationId xmlns:a16="http://schemas.microsoft.com/office/drawing/2014/main" id="{00984694-9F1D-5D6C-AB8D-3979D3B71535}"/>
              </a:ext>
            </a:extLst>
          </p:cNvPr>
          <p:cNvSpPr txBox="1"/>
          <p:nvPr/>
        </p:nvSpPr>
        <p:spPr>
          <a:xfrm>
            <a:off x="6010707" y="5301208"/>
            <a:ext cx="2789353" cy="1477328"/>
          </a:xfrm>
          <a:prstGeom prst="rect">
            <a:avLst/>
          </a:prstGeom>
          <a:noFill/>
        </p:spPr>
        <p:txBody>
          <a:bodyPr wrap="square" rtlCol="0">
            <a:spAutoFit/>
          </a:bodyPr>
          <a:lstStyle/>
          <a:p>
            <a:r>
              <a:rPr lang="zh-CN" altLang="en-US" dirty="0">
                <a:latin typeface="华文楷体" panose="02010600040101010101" pitchFamily="2" charset="-122"/>
                <a:ea typeface="华文楷体" panose="02010600040101010101" pitchFamily="2" charset="-122"/>
                <a:cs typeface="仿宋" panose="02010609060101010101" pitchFamily="49" charset="-122"/>
              </a:rPr>
              <a:t>界定的困境：</a:t>
            </a:r>
            <a:endParaRPr lang="en-US" altLang="zh-CN" dirty="0">
              <a:latin typeface="华文楷体" panose="02010600040101010101" pitchFamily="2" charset="-122"/>
              <a:ea typeface="华文楷体" panose="02010600040101010101" pitchFamily="2" charset="-122"/>
              <a:cs typeface="仿宋" panose="02010609060101010101" pitchFamily="49" charset="-122"/>
            </a:endParaRPr>
          </a:p>
          <a:p>
            <a:r>
              <a:rPr lang="zh-CN" altLang="en-US" dirty="0">
                <a:latin typeface="华文楷体" panose="02010600040101010101" pitchFamily="2" charset="-122"/>
                <a:ea typeface="华文楷体" panose="02010600040101010101" pitchFamily="2" charset="-122"/>
                <a:cs typeface="仿宋" panose="02010609060101010101" pitchFamily="49" charset="-122"/>
              </a:rPr>
              <a:t>模糊与清晰</a:t>
            </a:r>
            <a:endParaRPr lang="en-US" altLang="zh-CN" dirty="0">
              <a:latin typeface="华文楷体" panose="02010600040101010101" pitchFamily="2" charset="-122"/>
              <a:ea typeface="华文楷体" panose="02010600040101010101" pitchFamily="2" charset="-122"/>
              <a:cs typeface="仿宋" panose="02010609060101010101" pitchFamily="49" charset="-122"/>
            </a:endParaRPr>
          </a:p>
          <a:p>
            <a:r>
              <a:rPr lang="zh-CN" altLang="en-US" dirty="0">
                <a:latin typeface="华文楷体" panose="02010600040101010101" pitchFamily="2" charset="-122"/>
                <a:ea typeface="华文楷体" panose="02010600040101010101" pitchFamily="2" charset="-122"/>
                <a:cs typeface="仿宋" panose="02010609060101010101" pitchFamily="49" charset="-122"/>
              </a:rPr>
              <a:t>易变性（不稳定性）</a:t>
            </a:r>
            <a:endParaRPr lang="en-US" altLang="zh-CN" dirty="0">
              <a:latin typeface="华文楷体" panose="02010600040101010101" pitchFamily="2" charset="-122"/>
              <a:ea typeface="华文楷体" panose="02010600040101010101" pitchFamily="2" charset="-122"/>
              <a:cs typeface="仿宋" panose="02010609060101010101" pitchFamily="49" charset="-122"/>
            </a:endParaRPr>
          </a:p>
          <a:p>
            <a:r>
              <a:rPr lang="zh-CN" altLang="en-US" dirty="0">
                <a:latin typeface="华文楷体" panose="02010600040101010101" pitchFamily="2" charset="-122"/>
                <a:ea typeface="华文楷体" panose="02010600040101010101" pitchFamily="2" charset="-122"/>
                <a:cs typeface="仿宋" panose="02010609060101010101" pitchFamily="49" charset="-122"/>
              </a:rPr>
              <a:t>介于政治与真理之间</a:t>
            </a:r>
            <a:endParaRPr lang="en-US" altLang="zh-CN" dirty="0">
              <a:latin typeface="华文楷体" panose="02010600040101010101" pitchFamily="2" charset="-122"/>
              <a:ea typeface="华文楷体" panose="02010600040101010101" pitchFamily="2" charset="-122"/>
              <a:cs typeface="仿宋" panose="02010609060101010101" pitchFamily="49" charset="-122"/>
            </a:endParaRPr>
          </a:p>
          <a:p>
            <a:endParaRPr lang="zh-CN" altLang="en-US"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6632"/>
            <a:ext cx="8729980" cy="369332"/>
          </a:xfrm>
          <a:prstGeom prst="rect">
            <a:avLst/>
          </a:prstGeom>
        </p:spPr>
        <p:txBody>
          <a:bodyPr wrap="square">
            <a:spAutoFit/>
          </a:bodyPr>
          <a:lstStyle/>
          <a:p>
            <a:r>
              <a:rPr lang="zh-CN" altLang="en-US" kern="100" dirty="0">
                <a:latin typeface="华文楷体" panose="02010600040101010101" pitchFamily="2" charset="-122"/>
                <a:ea typeface="华文楷体" panose="02010600040101010101" pitchFamily="2" charset="-122"/>
                <a:cs typeface="华文楷体" panose="02010600040101010101" pitchFamily="2" charset="-122"/>
              </a:rPr>
              <a:t>基于</a:t>
            </a:r>
            <a:r>
              <a:rPr lang="en-US" altLang="zh-CN" kern="100" dirty="0">
                <a:latin typeface="华文楷体" panose="02010600040101010101" pitchFamily="2" charset="-122"/>
                <a:ea typeface="华文楷体" panose="02010600040101010101" pitchFamily="2" charset="-122"/>
                <a:cs typeface="华文楷体" panose="02010600040101010101" pitchFamily="2" charset="-122"/>
              </a:rPr>
              <a:t>“</a:t>
            </a:r>
            <a:r>
              <a:rPr lang="zh-CN" altLang="en-US" kern="100" dirty="0">
                <a:latin typeface="华文楷体" panose="02010600040101010101" pitchFamily="2" charset="-122"/>
                <a:ea typeface="华文楷体" panose="02010600040101010101" pitchFamily="2" charset="-122"/>
                <a:cs typeface="华文楷体" panose="02010600040101010101" pitchFamily="2" charset="-122"/>
              </a:rPr>
              <a:t>思维方式</a:t>
            </a:r>
            <a:r>
              <a:rPr lang="en-US" altLang="zh-CN" kern="100" dirty="0">
                <a:latin typeface="华文楷体" panose="02010600040101010101" pitchFamily="2" charset="-122"/>
                <a:ea typeface="华文楷体" panose="02010600040101010101" pitchFamily="2" charset="-122"/>
                <a:cs typeface="华文楷体" panose="02010600040101010101" pitchFamily="2" charset="-122"/>
              </a:rPr>
              <a:t>”</a:t>
            </a:r>
            <a:r>
              <a:rPr lang="zh-CN" altLang="en-US" kern="100" dirty="0">
                <a:latin typeface="华文楷体" panose="02010600040101010101" pitchFamily="2" charset="-122"/>
                <a:ea typeface="华文楷体" panose="02010600040101010101" pitchFamily="2" charset="-122"/>
                <a:cs typeface="华文楷体" panose="02010600040101010101" pitchFamily="2" charset="-122"/>
              </a:rPr>
              <a:t>来确定</a:t>
            </a:r>
            <a:r>
              <a:rPr lang="en-US" altLang="zh-CN" kern="100" dirty="0">
                <a:latin typeface="华文楷体" panose="02010600040101010101" pitchFamily="2" charset="-122"/>
                <a:ea typeface="华文楷体" panose="02010600040101010101" pitchFamily="2" charset="-122"/>
                <a:cs typeface="华文楷体" panose="02010600040101010101" pitchFamily="2" charset="-122"/>
              </a:rPr>
              <a:t>“</a:t>
            </a:r>
            <a:r>
              <a:rPr lang="zh-CN" altLang="en-US" kern="100" dirty="0">
                <a:latin typeface="华文楷体" panose="02010600040101010101" pitchFamily="2" charset="-122"/>
                <a:ea typeface="华文楷体" panose="02010600040101010101" pitchFamily="2" charset="-122"/>
                <a:cs typeface="华文楷体" panose="02010600040101010101" pitchFamily="2" charset="-122"/>
              </a:rPr>
              <a:t>自我</a:t>
            </a:r>
            <a:r>
              <a:rPr lang="en-US" altLang="zh-CN" kern="100" dirty="0">
                <a:latin typeface="华文楷体" panose="02010600040101010101" pitchFamily="2" charset="-122"/>
                <a:ea typeface="华文楷体" panose="02010600040101010101" pitchFamily="2" charset="-122"/>
                <a:cs typeface="华文楷体" panose="02010600040101010101" pitchFamily="2" charset="-122"/>
              </a:rPr>
              <a:t>”</a:t>
            </a:r>
            <a:r>
              <a:rPr lang="zh-CN" altLang="en-US" kern="100" dirty="0">
                <a:latin typeface="华文楷体" panose="02010600040101010101" pitchFamily="2" charset="-122"/>
                <a:ea typeface="华文楷体" panose="02010600040101010101" pitchFamily="2" charset="-122"/>
                <a:cs typeface="华文楷体" panose="02010600040101010101" pitchFamily="2" charset="-122"/>
              </a:rPr>
              <a:t>差异的实例。</a:t>
            </a:r>
          </a:p>
        </p:txBody>
      </p:sp>
      <p:sp>
        <p:nvSpPr>
          <p:cNvPr id="4" name="矩形 3">
            <a:extLst>
              <a:ext uri="{FF2B5EF4-FFF2-40B4-BE49-F238E27FC236}">
                <a16:creationId xmlns:a16="http://schemas.microsoft.com/office/drawing/2014/main" id="{C02A4962-21DB-7B17-1FD4-5B1B2925FCA9}"/>
              </a:ext>
            </a:extLst>
          </p:cNvPr>
          <p:cNvSpPr/>
          <p:nvPr/>
        </p:nvSpPr>
        <p:spPr>
          <a:xfrm>
            <a:off x="-36512" y="462317"/>
            <a:ext cx="9128929" cy="2031325"/>
          </a:xfrm>
          <a:prstGeom prst="rect">
            <a:avLst/>
          </a:prstGeom>
        </p:spPr>
        <p:txBody>
          <a:bodyPr wrap="square">
            <a:spAutoFit/>
          </a:bodyPr>
          <a:lstStyle/>
          <a:p>
            <a:r>
              <a:rPr lang="zh-CN" altLang="zh-CN" kern="100" dirty="0">
                <a:latin typeface="华文仿宋" panose="02010600040101010101" pitchFamily="2" charset="-122"/>
                <a:ea typeface="华文仿宋" panose="02010600040101010101" pitchFamily="2" charset="-122"/>
                <a:cs typeface="Times New Roman" panose="02020603050405020304" pitchFamily="18" charset="0"/>
              </a:rPr>
              <a:t>在形成世界观和文化认同之前就移民美国的一个台湾人，从</a:t>
            </a:r>
            <a:r>
              <a:rPr lang="en-US" altLang="zh-CN" kern="100" dirty="0">
                <a:latin typeface="华文仿宋" panose="02010600040101010101" pitchFamily="2" charset="-122"/>
                <a:ea typeface="华文仿宋" panose="02010600040101010101" pitchFamily="2" charset="-122"/>
                <a:cs typeface="Times New Roman" panose="02020603050405020304" pitchFamily="18" charset="0"/>
              </a:rPr>
              <a:t>8</a:t>
            </a:r>
            <a:r>
              <a:rPr lang="zh-CN" altLang="zh-CN" kern="100" dirty="0">
                <a:latin typeface="华文仿宋" panose="02010600040101010101" pitchFamily="2" charset="-122"/>
                <a:ea typeface="华文仿宋" panose="02010600040101010101" pitchFamily="2" charset="-122"/>
                <a:cs typeface="Times New Roman" panose="02020603050405020304" pitchFamily="18" charset="0"/>
              </a:rPr>
              <a:t>岁起和大他</a:t>
            </a:r>
            <a:r>
              <a:rPr lang="en-US" altLang="zh-CN" kern="100" dirty="0">
                <a:latin typeface="华文仿宋" panose="02010600040101010101" pitchFamily="2" charset="-122"/>
                <a:ea typeface="华文仿宋" panose="02010600040101010101" pitchFamily="2" charset="-122"/>
                <a:cs typeface="Times New Roman" panose="02020603050405020304" pitchFamily="18" charset="0"/>
              </a:rPr>
              <a:t>4</a:t>
            </a:r>
            <a:r>
              <a:rPr lang="zh-CN" altLang="en-US" kern="100" dirty="0">
                <a:latin typeface="华文仿宋" panose="02010600040101010101" pitchFamily="2" charset="-122"/>
                <a:ea typeface="华文仿宋" panose="02010600040101010101" pitchFamily="2" charset="-122"/>
                <a:cs typeface="Times New Roman" panose="02020603050405020304" pitchFamily="18" charset="0"/>
              </a:rPr>
              <a:t>岁的姐姐移民美国，他</a:t>
            </a:r>
            <a:r>
              <a:rPr lang="zh-CN" altLang="zh-CN" kern="100" dirty="0">
                <a:latin typeface="华文仿宋" panose="02010600040101010101" pitchFamily="2" charset="-122"/>
                <a:ea typeface="华文仿宋" panose="02010600040101010101" pitchFamily="2" charset="-122"/>
                <a:cs typeface="Times New Roman" panose="02020603050405020304" pitchFamily="18" charset="0"/>
              </a:rPr>
              <a:t>自少就生活在美国人的社会中，不会讲汉语，所交的朋友都是美国人，但他最终仍无法完全融入美国主流的社会体系，他遭遇到一个问题，本土美国人认为他不是美国人，但是他在美国人面前认为自己是美国人，本土中国人认为他不是一个中国人（比如我），他在中国人面前又认为自己是中国人</a:t>
            </a:r>
            <a:r>
              <a:rPr lang="zh-CN" altLang="en-US" kern="100" dirty="0">
                <a:latin typeface="华文仿宋" panose="02010600040101010101" pitchFamily="2" charset="-122"/>
                <a:ea typeface="华文仿宋" panose="02010600040101010101" pitchFamily="2" charset="-122"/>
                <a:cs typeface="Times New Roman" panose="02020603050405020304" pitchFamily="18" charset="0"/>
              </a:rPr>
              <a:t>。他们每到中国传统节日，会回到出生地。</a:t>
            </a:r>
            <a:r>
              <a:rPr lang="zh-CN" altLang="zh-CN" kern="100" dirty="0">
                <a:latin typeface="华文仿宋" panose="02010600040101010101" pitchFamily="2" charset="-122"/>
                <a:ea typeface="华文仿宋" panose="02010600040101010101" pitchFamily="2" charset="-122"/>
                <a:cs typeface="Times New Roman" panose="02020603050405020304" pitchFamily="18" charset="0"/>
              </a:rPr>
              <a:t>在美国，他培养了美国式的生活方式、思维方式、世界观和价值观、家庭观、友谊观、爱情观、国家观。他甚至感叹只有在早上起床时看到镜子里的自己时，才觉得自己是一个中国人。</a:t>
            </a:r>
            <a:endParaRPr lang="zh-CN" altLang="en-US" dirty="0">
              <a:latin typeface="华文仿宋" panose="02010600040101010101" pitchFamily="2" charset="-122"/>
              <a:ea typeface="华文仿宋" panose="02010600040101010101" pitchFamily="2" charset="-122"/>
            </a:endParaRPr>
          </a:p>
        </p:txBody>
      </p:sp>
      <p:sp>
        <p:nvSpPr>
          <p:cNvPr id="6" name="矩形 5">
            <a:extLst>
              <a:ext uri="{FF2B5EF4-FFF2-40B4-BE49-F238E27FC236}">
                <a16:creationId xmlns:a16="http://schemas.microsoft.com/office/drawing/2014/main" id="{1FEEA5B7-28AE-A29E-2DD5-ADBD51DBC0F4}"/>
              </a:ext>
            </a:extLst>
          </p:cNvPr>
          <p:cNvSpPr/>
          <p:nvPr/>
        </p:nvSpPr>
        <p:spPr>
          <a:xfrm>
            <a:off x="-70792" y="2564904"/>
            <a:ext cx="9144000" cy="1477328"/>
          </a:xfrm>
          <a:prstGeom prst="rect">
            <a:avLst/>
          </a:prstGeom>
        </p:spPr>
        <p:txBody>
          <a:bodyPr wrap="square">
            <a:spAutoFit/>
          </a:bodyPr>
          <a:lstStyle/>
          <a:p>
            <a:r>
              <a:rPr lang="zh-CN" altLang="en-US" dirty="0">
                <a:latin typeface="华文仿宋" panose="02010600040101010101" pitchFamily="2" charset="-122"/>
                <a:ea typeface="华文仿宋" panose="02010600040101010101" pitchFamily="2" charset="-122"/>
              </a:rPr>
              <a:t>认识世界和认识自我</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世界意识与自我意识</a:t>
            </a:r>
          </a:p>
          <a:p>
            <a:r>
              <a:rPr lang="zh-CN" altLang="en-US" dirty="0">
                <a:latin typeface="华文仿宋" panose="02010600040101010101" pitchFamily="2" charset="-122"/>
                <a:ea typeface="华文仿宋" panose="02010600040101010101" pitchFamily="2" charset="-122"/>
              </a:rPr>
              <a:t>认识世界的内容不影响世界，对自我的认识构成自我的内容。</a:t>
            </a:r>
          </a:p>
          <a:p>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吾日三省吾身</a:t>
            </a:r>
            <a:r>
              <a:rPr lang="en-US" altLang="zh-CN" dirty="0">
                <a:latin typeface="华文仿宋" panose="02010600040101010101" pitchFamily="2" charset="-122"/>
                <a:ea typeface="华文仿宋" panose="02010600040101010101" pitchFamily="2" charset="-122"/>
              </a:rPr>
              <a:t>”</a:t>
            </a:r>
            <a:r>
              <a:rPr lang="en-US" altLang="zh-CN" baseline="30000" dirty="0">
                <a:latin typeface="华文仿宋" panose="02010600040101010101" pitchFamily="2" charset="-122"/>
                <a:ea typeface="华文仿宋" panose="02010600040101010101" pitchFamily="2" charset="-122"/>
              </a:rPr>
              <a:t>[1]</a:t>
            </a:r>
            <a:endParaRPr lang="en-US" altLang="zh-CN" dirty="0">
              <a:latin typeface="华文仿宋" panose="02010600040101010101" pitchFamily="2" charset="-122"/>
              <a:ea typeface="华文仿宋" panose="02010600040101010101" pitchFamily="2" charset="-122"/>
            </a:endParaRPr>
          </a:p>
          <a:p>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知人者智，自知者明。</a:t>
            </a:r>
            <a:r>
              <a:rPr lang="en-US" altLang="zh-CN" dirty="0">
                <a:latin typeface="华文仿宋" panose="02010600040101010101" pitchFamily="2" charset="-122"/>
                <a:ea typeface="华文仿宋" panose="02010600040101010101" pitchFamily="2" charset="-122"/>
              </a:rPr>
              <a:t>”</a:t>
            </a:r>
          </a:p>
        </p:txBody>
      </p:sp>
      <p:sp>
        <p:nvSpPr>
          <p:cNvPr id="8" name="矩形 7">
            <a:extLst>
              <a:ext uri="{FF2B5EF4-FFF2-40B4-BE49-F238E27FC236}">
                <a16:creationId xmlns:a16="http://schemas.microsoft.com/office/drawing/2014/main" id="{E2384430-8AD8-8C11-4022-EF330FD9126F}"/>
              </a:ext>
            </a:extLst>
          </p:cNvPr>
          <p:cNvSpPr/>
          <p:nvPr/>
        </p:nvSpPr>
        <p:spPr>
          <a:xfrm>
            <a:off x="35496" y="4052752"/>
            <a:ext cx="2880320" cy="1754326"/>
          </a:xfrm>
          <a:prstGeom prst="rect">
            <a:avLst/>
          </a:prstGeom>
        </p:spPr>
        <p:txBody>
          <a:bodyPr wrap="square">
            <a:spAutoFit/>
          </a:bodyPr>
          <a:lstStyle/>
          <a:p>
            <a:r>
              <a:rPr lang="zh-CN" altLang="en-US" dirty="0">
                <a:latin typeface="华文楷体" panose="02010600040101010101" pitchFamily="2" charset="-122"/>
                <a:ea typeface="华文楷体" panose="02010600040101010101" pitchFamily="2" charset="-122"/>
              </a:rPr>
              <a:t>对象意识与非对象意识</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对象意识建构的几种关系</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理论的（沉思）</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实践的</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信仰的</a:t>
            </a:r>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审美的</a:t>
            </a:r>
            <a:endParaRPr lang="en-US" altLang="zh-CN" dirty="0">
              <a:latin typeface="华文楷体" panose="02010600040101010101" pitchFamily="2" charset="-122"/>
              <a:ea typeface="华文楷体" panose="02010600040101010101" pitchFamily="2" charset="-122"/>
            </a:endParaRPr>
          </a:p>
        </p:txBody>
      </p:sp>
      <p:sp>
        <p:nvSpPr>
          <p:cNvPr id="10" name="矩形 9">
            <a:extLst>
              <a:ext uri="{FF2B5EF4-FFF2-40B4-BE49-F238E27FC236}">
                <a16:creationId xmlns:a16="http://schemas.microsoft.com/office/drawing/2014/main" id="{17C0B9A2-7564-4927-73A0-CAFBD58D11A6}"/>
              </a:ext>
            </a:extLst>
          </p:cNvPr>
          <p:cNvSpPr/>
          <p:nvPr/>
        </p:nvSpPr>
        <p:spPr>
          <a:xfrm>
            <a:off x="2843808" y="3533361"/>
            <a:ext cx="6229400" cy="2862322"/>
          </a:xfrm>
          <a:prstGeom prst="rect">
            <a:avLst/>
          </a:prstGeom>
        </p:spPr>
        <p:txBody>
          <a:bodyPr wrap="square">
            <a:spAutoFit/>
          </a:bodyPr>
          <a:lstStyle/>
          <a:p>
            <a:pPr algn="just">
              <a:spcAft>
                <a:spcPts val="0"/>
              </a:spcAft>
            </a:pPr>
            <a:r>
              <a:rPr lang="zh-CN" altLang="zh-CN" kern="100" dirty="0">
                <a:latin typeface="仿宋" panose="02010609060101010101" pitchFamily="49" charset="-122"/>
                <a:ea typeface="仿宋" panose="02010609060101010101" pitchFamily="49" charset="-122"/>
              </a:rPr>
              <a:t>一个经验的</a:t>
            </a:r>
            <a:r>
              <a:rPr lang="zh-CN" altLang="zh-CN" b="1" kern="100" dirty="0">
                <a:latin typeface="仿宋" panose="02010609060101010101" pitchFamily="49" charset="-122"/>
                <a:ea typeface="仿宋" panose="02010609060101010101" pitchFamily="49" charset="-122"/>
              </a:rPr>
              <a:t>对象</a:t>
            </a:r>
            <a:r>
              <a:rPr lang="zh-CN" altLang="zh-CN" kern="100" dirty="0">
                <a:latin typeface="仿宋" panose="02010609060101010101" pitchFamily="49" charset="-122"/>
                <a:ea typeface="仿宋" panose="02010609060101010101" pitchFamily="49" charset="-122"/>
              </a:rPr>
              <a:t>就是</a:t>
            </a:r>
            <a:r>
              <a:rPr lang="zh-CN" altLang="zh-CN" b="1" kern="100" dirty="0">
                <a:latin typeface="仿宋" panose="02010609060101010101" pitchFamily="49" charset="-122"/>
                <a:ea typeface="仿宋" panose="02010609060101010101" pitchFamily="49" charset="-122"/>
              </a:rPr>
              <a:t>许多</a:t>
            </a:r>
            <a:r>
              <a:rPr lang="zh-CN" altLang="zh-CN" b="1" kern="100" dirty="0">
                <a:solidFill>
                  <a:srgbClr val="FF0000"/>
                </a:solidFill>
                <a:latin typeface="仿宋" panose="02010609060101010101" pitchFamily="49" charset="-122"/>
                <a:ea typeface="仿宋" panose="02010609060101010101" pitchFamily="49" charset="-122"/>
              </a:rPr>
              <a:t>表象</a:t>
            </a:r>
            <a:r>
              <a:rPr lang="zh-CN" altLang="zh-CN" b="1" kern="100" dirty="0">
                <a:latin typeface="仿宋" panose="02010609060101010101" pitchFamily="49" charset="-122"/>
                <a:ea typeface="仿宋" panose="02010609060101010101" pitchFamily="49" charset="-122"/>
              </a:rPr>
              <a:t>之聚于一起</a:t>
            </a:r>
            <a:r>
              <a:rPr lang="zh-CN" altLang="zh-CN" kern="100" dirty="0">
                <a:latin typeface="仿宋" panose="02010609060101010101" pitchFamily="49" charset="-122"/>
                <a:ea typeface="仿宋" panose="02010609060101010101" pitchFamily="49" charset="-122"/>
              </a:rPr>
              <a:t>。对象是许多</a:t>
            </a:r>
            <a:r>
              <a:rPr lang="zh-CN" altLang="zh-CN" b="1" kern="100" dirty="0">
                <a:solidFill>
                  <a:srgbClr val="FF0000"/>
                </a:solidFill>
                <a:latin typeface="仿宋" panose="02010609060101010101" pitchFamily="49" charset="-122"/>
                <a:ea typeface="仿宋" panose="02010609060101010101" pitchFamily="49" charset="-122"/>
              </a:rPr>
              <a:t>表象</a:t>
            </a:r>
            <a:r>
              <a:rPr lang="zh-CN" altLang="zh-CN" kern="100" dirty="0">
                <a:latin typeface="仿宋" panose="02010609060101010101" pitchFamily="49" charset="-122"/>
                <a:ea typeface="仿宋" panose="02010609060101010101" pitchFamily="49" charset="-122"/>
              </a:rPr>
              <a:t>底一个结构，一个构造的统一。</a:t>
            </a:r>
          </a:p>
          <a:p>
            <a:pPr algn="just">
              <a:spcAft>
                <a:spcPts val="0"/>
              </a:spcAft>
            </a:pPr>
            <a:r>
              <a:rPr lang="en-US" altLang="zh-CN" kern="100" dirty="0">
                <a:latin typeface="仿宋" panose="02010609060101010101" pitchFamily="49" charset="-122"/>
                <a:ea typeface="仿宋" panose="02010609060101010101" pitchFamily="49" charset="-122"/>
              </a:rPr>
              <a:t>“</a:t>
            </a:r>
            <a:r>
              <a:rPr lang="zh-CN" altLang="zh-CN" kern="100" dirty="0">
                <a:latin typeface="仿宋" panose="02010609060101010101" pitchFamily="49" charset="-122"/>
                <a:ea typeface="仿宋" panose="02010609060101010101" pitchFamily="49" charset="-122"/>
              </a:rPr>
              <a:t>一个</a:t>
            </a:r>
            <a:r>
              <a:rPr lang="zh-CN" altLang="zh-CN" b="1" kern="100" dirty="0">
                <a:solidFill>
                  <a:srgbClr val="FF0000"/>
                </a:solidFill>
                <a:latin typeface="仿宋" panose="02010609060101010101" pitchFamily="49" charset="-122"/>
                <a:ea typeface="仿宋" panose="02010609060101010101" pitchFamily="49" charset="-122"/>
              </a:rPr>
              <a:t>经验直觉</a:t>
            </a:r>
            <a:r>
              <a:rPr lang="zh-CN" altLang="zh-CN" kern="100" dirty="0">
                <a:latin typeface="仿宋" panose="02010609060101010101" pitchFamily="49" charset="-122"/>
                <a:ea typeface="仿宋" panose="02010609060101010101" pitchFamily="49" charset="-122"/>
              </a:rPr>
              <a:t>底</a:t>
            </a:r>
            <a:r>
              <a:rPr lang="zh-CN" altLang="zh-CN" b="1" kern="100" dirty="0">
                <a:solidFill>
                  <a:srgbClr val="FF0000"/>
                </a:solidFill>
                <a:latin typeface="仿宋" panose="02010609060101010101" pitchFamily="49" charset="-122"/>
                <a:ea typeface="仿宋" panose="02010609060101010101" pitchFamily="49" charset="-122"/>
              </a:rPr>
              <a:t>未决定的对象</a:t>
            </a:r>
            <a:r>
              <a:rPr lang="zh-CN" altLang="zh-CN" kern="100" dirty="0">
                <a:latin typeface="仿宋" panose="02010609060101010101" pitchFamily="49" charset="-122"/>
                <a:ea typeface="仿宋" panose="02010609060101010101" pitchFamily="49" charset="-122"/>
              </a:rPr>
              <a:t>名曰现象</a:t>
            </a:r>
            <a:r>
              <a:rPr lang="en-US" altLang="zh-CN" kern="100" dirty="0">
                <a:latin typeface="仿宋" panose="02010609060101010101" pitchFamily="49" charset="-122"/>
                <a:ea typeface="仿宋" panose="02010609060101010101" pitchFamily="49" charset="-122"/>
              </a:rPr>
              <a:t>” </a:t>
            </a:r>
            <a:r>
              <a:rPr lang="zh-CN" altLang="zh-CN" kern="100" dirty="0">
                <a:latin typeface="仿宋" panose="02010609060101010101" pitchFamily="49" charset="-122"/>
                <a:ea typeface="仿宋" panose="02010609060101010101" pitchFamily="49" charset="-122"/>
              </a:rPr>
              <a:t>一个对象对于主体的关系就等于“在与主体的关系中的对象，而此即是‘现象’一词之意义。‘主体’就是认知的主体，即认知心。……</a:t>
            </a:r>
            <a:r>
              <a:rPr lang="zh-CN" altLang="zh-CN" b="1" kern="100" dirty="0">
                <a:latin typeface="仿宋" panose="02010609060101010101" pitchFamily="49" charset="-122"/>
                <a:ea typeface="仿宋" panose="02010609060101010101" pitchFamily="49" charset="-122"/>
              </a:rPr>
              <a:t>故现象亦得曰表象</a:t>
            </a:r>
            <a:r>
              <a:rPr lang="zh-CN" altLang="zh-CN" kern="100" dirty="0">
                <a:latin typeface="仿宋" panose="02010609060101010101" pitchFamily="49" charset="-122"/>
                <a:ea typeface="仿宋" panose="02010609060101010101" pitchFamily="49" charset="-122"/>
              </a:rPr>
              <a:t>”</a:t>
            </a:r>
            <a:r>
              <a:rPr lang="en-US" altLang="zh-CN" kern="100" dirty="0">
                <a:latin typeface="仿宋" panose="02010609060101010101" pitchFamily="49" charset="-122"/>
                <a:ea typeface="仿宋" panose="02010609060101010101" pitchFamily="49" charset="-122"/>
              </a:rPr>
              <a:t> </a:t>
            </a:r>
          </a:p>
          <a:p>
            <a:pPr algn="just">
              <a:spcAft>
                <a:spcPts val="0"/>
              </a:spcAft>
            </a:pPr>
            <a:r>
              <a:rPr lang="en-US" altLang="zh-CN" b="1" kern="100" dirty="0">
                <a:latin typeface="仿宋" panose="02010609060101010101" pitchFamily="49" charset="-122"/>
                <a:ea typeface="仿宋" panose="02010609060101010101" pitchFamily="49" charset="-122"/>
              </a:rPr>
              <a:t>“</a:t>
            </a:r>
            <a:r>
              <a:rPr lang="zh-CN" altLang="zh-CN" b="1" kern="100" dirty="0">
                <a:latin typeface="仿宋" panose="02010609060101010101" pitchFamily="49" charset="-122"/>
                <a:ea typeface="仿宋" panose="02010609060101010101" pitchFamily="49" charset="-122"/>
              </a:rPr>
              <a:t>从其现于吾眼前言，名之曰现象；从吾心之应之而有所处之言，名之曰表象</a:t>
            </a:r>
            <a:r>
              <a:rPr lang="en-US" altLang="zh-CN" b="1" kern="100" dirty="0">
                <a:latin typeface="仿宋" panose="02010609060101010101" pitchFamily="49" charset="-122"/>
                <a:ea typeface="仿宋" panose="02010609060101010101" pitchFamily="49" charset="-122"/>
              </a:rPr>
              <a:t>”</a:t>
            </a:r>
            <a:r>
              <a:rPr lang="zh-CN" altLang="zh-CN" kern="100" dirty="0">
                <a:latin typeface="仿宋" panose="02010609060101010101" pitchFamily="49" charset="-122"/>
                <a:ea typeface="仿宋" panose="02010609060101010101" pitchFamily="49" charset="-122"/>
              </a:rPr>
              <a:t>。</a:t>
            </a:r>
            <a:endParaRPr lang="en-US" altLang="zh-CN" kern="100" dirty="0">
              <a:latin typeface="仿宋" panose="02010609060101010101" pitchFamily="49" charset="-122"/>
              <a:ea typeface="仿宋" panose="02010609060101010101" pitchFamily="49" charset="-122"/>
            </a:endParaRPr>
          </a:p>
          <a:p>
            <a:pPr algn="just">
              <a:spcAft>
                <a:spcPts val="0"/>
              </a:spcAft>
            </a:pPr>
            <a:r>
              <a:rPr lang="en-US" altLang="zh-CN" kern="100" dirty="0">
                <a:latin typeface="仿宋" panose="02010609060101010101" pitchFamily="49" charset="-122"/>
                <a:ea typeface="仿宋" panose="02010609060101010101" pitchFamily="49" charset="-122"/>
              </a:rPr>
              <a:t> </a:t>
            </a:r>
            <a:r>
              <a:rPr lang="zh-CN" altLang="zh-CN" kern="100" dirty="0">
                <a:latin typeface="仿宋" panose="02010609060101010101" pitchFamily="49" charset="-122"/>
                <a:ea typeface="仿宋" panose="02010609060101010101" pitchFamily="49" charset="-122"/>
              </a:rPr>
              <a:t>“现象是那能直接地被给予我们的唯一对象，而在现象中那直接地关联与对象者叫做直觉。”</a:t>
            </a:r>
            <a:endParaRPr lang="en-US" altLang="zh-CN" kern="100" dirty="0">
              <a:latin typeface="仿宋" panose="02010609060101010101" pitchFamily="49" charset="-122"/>
              <a:ea typeface="仿宋" panose="02010609060101010101" pitchFamily="49" charset="-122"/>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512" y="116632"/>
            <a:ext cx="9144000" cy="2031325"/>
          </a:xfrm>
          <a:prstGeom prst="rect">
            <a:avLst/>
          </a:prstGeom>
        </p:spPr>
        <p:txBody>
          <a:bodyPr wrap="square">
            <a:spAutoFit/>
          </a:bodyPr>
          <a:lstStyle/>
          <a:p>
            <a:r>
              <a:rPr lang="zh-CN" altLang="zh-CN" dirty="0">
                <a:latin typeface="华文楷体" panose="02010600040101010101" pitchFamily="2" charset="-122"/>
                <a:ea typeface="华文楷体" panose="02010600040101010101" pitchFamily="2" charset="-122"/>
              </a:rPr>
              <a:t>统觉底统一的条件就是概念（先验的纯粹概念）</a:t>
            </a:r>
          </a:p>
          <a:p>
            <a:r>
              <a:rPr lang="zh-CN" altLang="zh-CN" dirty="0">
                <a:latin typeface="华文楷体" panose="02010600040101010101" pitchFamily="2" charset="-122"/>
                <a:ea typeface="华文楷体" panose="02010600040101010101" pitchFamily="2" charset="-122"/>
              </a:rPr>
              <a:t>“如果直觉之杂多不能因着想象中重现的综合</a:t>
            </a:r>
            <a:r>
              <a:rPr lang="zh-CN" altLang="en-US" dirty="0">
                <a:latin typeface="华文楷体" panose="02010600040101010101" pitchFamily="2" charset="-122"/>
                <a:ea typeface="华文楷体" panose="02010600040101010101" pitchFamily="2" charset="-122"/>
              </a:rPr>
              <a:t>与</a:t>
            </a:r>
            <a:r>
              <a:rPr lang="zh-CN" altLang="zh-CN" dirty="0">
                <a:latin typeface="华文楷体" panose="02010600040101010101" pitchFamily="2" charset="-122"/>
                <a:ea typeface="华文楷体" panose="02010600040101010101" pitchFamily="2" charset="-122"/>
              </a:rPr>
              <a:t>概念中重认底综合这种综合底功能而复依照一个规律而被产生出来，则这种‘意识的形式的统一’亦不可能。”</a:t>
            </a:r>
          </a:p>
          <a:p>
            <a:r>
              <a:rPr lang="en-US" altLang="zh-CN" dirty="0">
                <a:latin typeface="华文楷体" panose="02010600040101010101" pitchFamily="2" charset="-122"/>
                <a:ea typeface="华文楷体" panose="02010600040101010101" pitchFamily="2" charset="-122"/>
              </a:rPr>
              <a:t> </a:t>
            </a:r>
            <a:r>
              <a:rPr lang="zh-CN" altLang="zh-CN" dirty="0">
                <a:latin typeface="华文楷体" panose="02010600040101010101" pitchFamily="2" charset="-122"/>
                <a:ea typeface="华文楷体" panose="02010600040101010101" pitchFamily="2" charset="-122"/>
              </a:rPr>
              <a:t>对象化的是现象（主观的表象），不是范畴的对象化，不是把心理的东西外化，对象化。</a:t>
            </a:r>
            <a:endParaRPr lang="en-US" altLang="zh-CN" dirty="0">
              <a:latin typeface="华文楷体" panose="02010600040101010101" pitchFamily="2" charset="-122"/>
              <a:ea typeface="华文楷体" panose="02010600040101010101" pitchFamily="2" charset="-122"/>
            </a:endParaRPr>
          </a:p>
          <a:p>
            <a:r>
              <a:rPr lang="zh-CN" altLang="zh-CN" dirty="0">
                <a:latin typeface="华文楷体" panose="02010600040101010101" pitchFamily="2" charset="-122"/>
                <a:ea typeface="华文楷体" panose="02010600040101010101" pitchFamily="2" charset="-122"/>
              </a:rPr>
              <a:t>概念是针对“表象”提出来的，当然还有“直观”。</a:t>
            </a:r>
          </a:p>
          <a:p>
            <a:pPr algn="just">
              <a:spcAft>
                <a:spcPts val="0"/>
              </a:spcAft>
            </a:pPr>
            <a:r>
              <a:rPr lang="zh-CN" altLang="zh-CN" kern="100" dirty="0">
                <a:latin typeface="华文楷体" panose="02010600040101010101" pitchFamily="2" charset="-122"/>
                <a:ea typeface="华文楷体" panose="02010600040101010101" pitchFamily="2" charset="-122"/>
              </a:rPr>
              <a:t>“三重综合”：“在</a:t>
            </a:r>
            <a:r>
              <a:rPr lang="zh-CN" altLang="zh-CN" kern="100" dirty="0">
                <a:solidFill>
                  <a:srgbClr val="FF0000"/>
                </a:solidFill>
                <a:latin typeface="华文楷体" panose="02010600040101010101" pitchFamily="2" charset="-122"/>
                <a:ea typeface="华文楷体" panose="02010600040101010101" pitchFamily="2" charset="-122"/>
              </a:rPr>
              <a:t>直觉</a:t>
            </a:r>
            <a:r>
              <a:rPr lang="zh-CN" altLang="zh-CN" kern="100" dirty="0">
                <a:latin typeface="华文楷体" panose="02010600040101010101" pitchFamily="2" charset="-122"/>
                <a:ea typeface="华文楷体" panose="02010600040101010101" pitchFamily="2" charset="-122"/>
              </a:rPr>
              <a:t>中作为心之变形的表象之摄取在</a:t>
            </a:r>
            <a:r>
              <a:rPr lang="zh-CN" altLang="zh-CN" kern="100" dirty="0">
                <a:solidFill>
                  <a:srgbClr val="FF0000"/>
                </a:solidFill>
                <a:latin typeface="华文楷体" panose="02010600040101010101" pitchFamily="2" charset="-122"/>
                <a:ea typeface="华文楷体" panose="02010600040101010101" pitchFamily="2" charset="-122"/>
              </a:rPr>
              <a:t>想象</a:t>
            </a:r>
            <a:r>
              <a:rPr lang="zh-CN" altLang="zh-CN" kern="100" dirty="0">
                <a:latin typeface="华文楷体" panose="02010600040101010101" pitchFamily="2" charset="-122"/>
                <a:ea typeface="华文楷体" panose="02010600040101010101" pitchFamily="2" charset="-122"/>
              </a:rPr>
              <a:t>中它们（表象）的重现</a:t>
            </a:r>
            <a:r>
              <a:rPr lang="en-US" altLang="zh-CN" kern="100" dirty="0">
                <a:latin typeface="华文楷体" panose="02010600040101010101" pitchFamily="2" charset="-122"/>
                <a:ea typeface="华文楷体" panose="02010600040101010101" pitchFamily="2" charset="-122"/>
              </a:rPr>
              <a:t> </a:t>
            </a:r>
            <a:r>
              <a:rPr lang="zh-CN" altLang="zh-CN" kern="100" dirty="0">
                <a:latin typeface="华文楷体" panose="02010600040101010101" pitchFamily="2" charset="-122"/>
                <a:ea typeface="华文楷体" panose="02010600040101010101" pitchFamily="2" charset="-122"/>
              </a:rPr>
              <a:t>在一</a:t>
            </a:r>
            <a:r>
              <a:rPr lang="zh-CN" altLang="zh-CN" kern="100" dirty="0">
                <a:solidFill>
                  <a:srgbClr val="FF0000"/>
                </a:solidFill>
                <a:latin typeface="华文楷体" panose="02010600040101010101" pitchFamily="2" charset="-122"/>
                <a:ea typeface="华文楷体" panose="02010600040101010101" pitchFamily="2" charset="-122"/>
              </a:rPr>
              <a:t>概念</a:t>
            </a:r>
            <a:r>
              <a:rPr lang="zh-CN" altLang="zh-CN" kern="100" dirty="0">
                <a:latin typeface="华文楷体" panose="02010600040101010101" pitchFamily="2" charset="-122"/>
                <a:ea typeface="华文楷体" panose="02010600040101010101" pitchFamily="2" charset="-122"/>
              </a:rPr>
              <a:t>中它们的重认</a:t>
            </a:r>
            <a:r>
              <a:rPr lang="en-US" altLang="zh-CN" kern="100" dirty="0">
                <a:latin typeface="华文楷体" panose="02010600040101010101" pitchFamily="2" charset="-122"/>
                <a:ea typeface="华文楷体" panose="02010600040101010101" pitchFamily="2" charset="-122"/>
              </a:rPr>
              <a:t> </a:t>
            </a:r>
            <a:endParaRPr lang="zh-CN" altLang="zh-CN" kern="100" dirty="0">
              <a:latin typeface="华文楷体" panose="02010600040101010101" pitchFamily="2" charset="-122"/>
              <a:ea typeface="华文楷体" panose="02010600040101010101" pitchFamily="2" charset="-122"/>
            </a:endParaRPr>
          </a:p>
        </p:txBody>
      </p:sp>
      <p:sp>
        <p:nvSpPr>
          <p:cNvPr id="4" name="矩形 3">
            <a:extLst>
              <a:ext uri="{FF2B5EF4-FFF2-40B4-BE49-F238E27FC236}">
                <a16:creationId xmlns:a16="http://schemas.microsoft.com/office/drawing/2014/main" id="{63F9EA22-B803-1EF8-79D4-107B301DEA11}"/>
              </a:ext>
            </a:extLst>
          </p:cNvPr>
          <p:cNvSpPr/>
          <p:nvPr/>
        </p:nvSpPr>
        <p:spPr>
          <a:xfrm>
            <a:off x="-36512" y="2060848"/>
            <a:ext cx="1656184" cy="404664"/>
          </a:xfrm>
          <a:prstGeom prst="rect">
            <a:avLst/>
          </a:prstGeom>
        </p:spPr>
        <p:txBody>
          <a:bodyPr wrap="square">
            <a:spAutoFit/>
          </a:bodyPr>
          <a:lstStyle/>
          <a:p>
            <a:r>
              <a:rPr lang="zh-CN" altLang="en-US" sz="2000" dirty="0">
                <a:latin typeface="+mj-ea"/>
                <a:ea typeface="+mj-ea"/>
              </a:rPr>
              <a:t>反思、后思</a:t>
            </a:r>
          </a:p>
        </p:txBody>
      </p:sp>
      <p:sp>
        <p:nvSpPr>
          <p:cNvPr id="6" name="矩形 5">
            <a:extLst>
              <a:ext uri="{FF2B5EF4-FFF2-40B4-BE49-F238E27FC236}">
                <a16:creationId xmlns:a16="http://schemas.microsoft.com/office/drawing/2014/main" id="{EC767EE3-74EC-BD4B-FE12-C07DF0A585D0}"/>
              </a:ext>
            </a:extLst>
          </p:cNvPr>
          <p:cNvSpPr/>
          <p:nvPr/>
        </p:nvSpPr>
        <p:spPr>
          <a:xfrm>
            <a:off x="0" y="2420888"/>
            <a:ext cx="8712968" cy="923330"/>
          </a:xfrm>
          <a:prstGeom prst="rect">
            <a:avLst/>
          </a:prstGeom>
        </p:spPr>
        <p:txBody>
          <a:bodyPr wrap="square">
            <a:spAutoFit/>
          </a:bodyPr>
          <a:lstStyle/>
          <a:p>
            <a:r>
              <a:rPr lang="zh-CN" altLang="en-US" dirty="0">
                <a:latin typeface="华文楷体" panose="02010600040101010101" pitchFamily="2" charset="-122"/>
                <a:ea typeface="华文楷体" panose="02010600040101010101" pitchFamily="2" charset="-122"/>
              </a:rPr>
              <a:t>“反思，即自我意识形式上的普遍性和统一，是意志对于它自由的抽象确信，但它还没有以自身为内容和目的，因而主观方面同客观方面还是各别的。</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反思的意志则含有两个要素</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感性的东西（指直接外在的东西</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笔者）和思维的普遍性。”</a:t>
            </a:r>
            <a:r>
              <a:rPr lang="en-US" altLang="zh-CN" baseline="30000" dirty="0">
                <a:latin typeface="华文楷体" panose="02010600040101010101" pitchFamily="2" charset="-122"/>
                <a:ea typeface="华文楷体" panose="02010600040101010101" pitchFamily="2" charset="-122"/>
              </a:rPr>
              <a:t>[1]</a:t>
            </a:r>
            <a:endParaRPr lang="en-US" altLang="zh-CN" dirty="0">
              <a:latin typeface="华文楷体" panose="02010600040101010101" pitchFamily="2" charset="-122"/>
              <a:ea typeface="华文楷体" panose="02010600040101010101" pitchFamily="2" charset="-122"/>
            </a:endParaRPr>
          </a:p>
        </p:txBody>
      </p:sp>
      <p:sp>
        <p:nvSpPr>
          <p:cNvPr id="8" name="矩形 7">
            <a:extLst>
              <a:ext uri="{FF2B5EF4-FFF2-40B4-BE49-F238E27FC236}">
                <a16:creationId xmlns:a16="http://schemas.microsoft.com/office/drawing/2014/main" id="{A9FA9573-A129-4AED-7B23-F71EDA6C2DCC}"/>
              </a:ext>
            </a:extLst>
          </p:cNvPr>
          <p:cNvSpPr/>
          <p:nvPr/>
        </p:nvSpPr>
        <p:spPr>
          <a:xfrm>
            <a:off x="1542" y="3293983"/>
            <a:ext cx="9036496" cy="646331"/>
          </a:xfrm>
          <a:prstGeom prst="rect">
            <a:avLst/>
          </a:prstGeom>
        </p:spPr>
        <p:txBody>
          <a:bodyPr wrap="square">
            <a:spAutoFit/>
          </a:bodyPr>
          <a:lstStyle/>
          <a:p>
            <a:r>
              <a:rPr lang="zh-CN" altLang="en-US" dirty="0">
                <a:latin typeface="华文楷体" panose="02010600040101010101" pitchFamily="2" charset="-122"/>
                <a:ea typeface="华文楷体" panose="02010600040101010101" pitchFamily="2" charset="-122"/>
              </a:rPr>
              <a:t>“此在在它的存在中总以某种方式、某种明确性对自身有所领会</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对存在的领会本身就是此在的存在的规定。”</a:t>
            </a:r>
            <a:r>
              <a:rPr lang="en-US" altLang="zh-CN" baseline="30000" dirty="0">
                <a:latin typeface="华文楷体" panose="02010600040101010101" pitchFamily="2" charset="-122"/>
                <a:ea typeface="华文楷体" panose="02010600040101010101" pitchFamily="2" charset="-122"/>
              </a:rPr>
              <a:t>[1]</a:t>
            </a:r>
            <a:endParaRPr lang="en-US" altLang="zh-CN" dirty="0">
              <a:latin typeface="华文楷体" panose="02010600040101010101" pitchFamily="2" charset="-122"/>
              <a:ea typeface="华文楷体" panose="02010600040101010101" pitchFamily="2" charset="-122"/>
            </a:endParaRPr>
          </a:p>
        </p:txBody>
      </p:sp>
      <p:sp>
        <p:nvSpPr>
          <p:cNvPr id="10" name="矩形 9">
            <a:extLst>
              <a:ext uri="{FF2B5EF4-FFF2-40B4-BE49-F238E27FC236}">
                <a16:creationId xmlns:a16="http://schemas.microsoft.com/office/drawing/2014/main" id="{F72EDF44-8759-A3C5-84DB-F09DC6B147FD}"/>
              </a:ext>
            </a:extLst>
          </p:cNvPr>
          <p:cNvSpPr/>
          <p:nvPr/>
        </p:nvSpPr>
        <p:spPr>
          <a:xfrm>
            <a:off x="-27234" y="4070677"/>
            <a:ext cx="9227572" cy="2031325"/>
          </a:xfrm>
          <a:prstGeom prst="rect">
            <a:avLst/>
          </a:prstGeom>
        </p:spPr>
        <p:txBody>
          <a:bodyPr wrap="square">
            <a:spAutoFit/>
          </a:bodyPr>
          <a:lstStyle/>
          <a:p>
            <a:r>
              <a:rPr lang="en-US" altLang="zh-CN" dirty="0"/>
              <a:t>1.</a:t>
            </a:r>
            <a:r>
              <a:rPr lang="zh-CN" altLang="en-US" dirty="0"/>
              <a:t>从视觉来思考自我认识</a:t>
            </a:r>
            <a:endParaRPr lang="en-US" altLang="zh-CN" dirty="0">
              <a:latin typeface="仿宋" panose="02010609060101010101" pitchFamily="49" charset="-122"/>
              <a:ea typeface="仿宋" panose="02010609060101010101" pitchFamily="49" charset="-122"/>
            </a:endParaRPr>
          </a:p>
          <a:p>
            <a:r>
              <a:rPr lang="zh-CN" altLang="en-US" dirty="0">
                <a:latin typeface="仿宋" panose="02010609060101010101" pitchFamily="49" charset="-122"/>
                <a:ea typeface="仿宋" panose="02010609060101010101" pitchFamily="49" charset="-122"/>
              </a:rPr>
              <a:t>视觉是一种高度客体化的认知，无论看别人还是看自己，你都把他客体化了，认识自我就是把我放到我的对面去，当作我的对象、当作客体来看待它。</a:t>
            </a:r>
            <a:endParaRPr lang="en-US" altLang="zh-CN" dirty="0">
              <a:latin typeface="仿宋" panose="02010609060101010101" pitchFamily="49" charset="-122"/>
              <a:ea typeface="仿宋" panose="02010609060101010101" pitchFamily="49" charset="-122"/>
            </a:endParaRPr>
          </a:p>
          <a:p>
            <a:r>
              <a:rPr lang="zh-CN" altLang="en-US" dirty="0">
                <a:latin typeface="仿宋" panose="02010609060101010101" pitchFamily="49" charset="-122"/>
                <a:ea typeface="仿宋" panose="02010609060101010101" pitchFamily="49" charset="-122"/>
              </a:rPr>
              <a:t>眼睛能看到世上的万物，唯独看不见眼睛自己。</a:t>
            </a:r>
            <a:endParaRPr lang="en-US" altLang="zh-CN" dirty="0">
              <a:latin typeface="仿宋" panose="02010609060101010101" pitchFamily="49" charset="-122"/>
              <a:ea typeface="仿宋" panose="02010609060101010101" pitchFamily="49" charset="-122"/>
            </a:endParaRPr>
          </a:p>
          <a:p>
            <a:r>
              <a:rPr lang="en-US" altLang="zh-CN" dirty="0">
                <a:latin typeface="仿宋" panose="02010609060101010101" pitchFamily="49" charset="-122"/>
                <a:ea typeface="仿宋" panose="02010609060101010101" pitchFamily="49" charset="-122"/>
              </a:rPr>
              <a:t>2.</a:t>
            </a:r>
            <a:r>
              <a:rPr lang="zh-CN" altLang="en-US" dirty="0">
                <a:latin typeface="仿宋" panose="02010609060101010101" pitchFamily="49" charset="-122"/>
                <a:ea typeface="仿宋" panose="02010609060101010101" pitchFamily="49" charset="-122"/>
              </a:rPr>
              <a:t>从触觉进路来思考自我认识</a:t>
            </a:r>
            <a:endParaRPr lang="en-US" altLang="zh-CN" dirty="0">
              <a:latin typeface="仿宋" panose="02010609060101010101" pitchFamily="49" charset="-122"/>
              <a:ea typeface="仿宋" panose="02010609060101010101" pitchFamily="49" charset="-122"/>
            </a:endParaRPr>
          </a:p>
          <a:p>
            <a:r>
              <a:rPr lang="zh-CN" altLang="en-US" dirty="0">
                <a:latin typeface="仿宋" panose="02010609060101010101" pitchFamily="49" charset="-122"/>
                <a:ea typeface="仿宋" panose="02010609060101010101" pitchFamily="49" charset="-122"/>
              </a:rPr>
              <a:t>自我认识从来不是一种对象性的认识，自我认识不是说有一个自我，现在来认识这个东西。</a:t>
            </a:r>
            <a:endParaRPr lang="en-US" altLang="zh-CN" dirty="0">
              <a:latin typeface="仿宋" panose="02010609060101010101" pitchFamily="49" charset="-122"/>
              <a:ea typeface="仿宋" panose="02010609060101010101" pitchFamily="49" charset="-122"/>
            </a:endParaRPr>
          </a:p>
          <a:p>
            <a:r>
              <a:rPr lang="zh-CN" altLang="en-US" dirty="0">
                <a:latin typeface="仿宋" panose="02010609060101010101" pitchFamily="49" charset="-122"/>
                <a:ea typeface="仿宋" panose="02010609060101010101" pitchFamily="49" charset="-122"/>
              </a:rPr>
              <a:t>认识世界的同时认识自我。改造世界的同时改造了自我。</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583474"/>
            <a:ext cx="9144000" cy="1200329"/>
          </a:xfrm>
          <a:prstGeom prst="rect">
            <a:avLst/>
          </a:prstGeom>
        </p:spPr>
        <p:txBody>
          <a:bodyPr wrap="square">
            <a:spAutoFit/>
          </a:bodyPr>
          <a:lstStyle/>
          <a:p>
            <a:r>
              <a:rPr lang="zh-CN" altLang="en-US" dirty="0">
                <a:latin typeface="仿宋" panose="02010609060101010101" pitchFamily="49" charset="-122"/>
                <a:ea typeface="仿宋" panose="02010609060101010101" pitchFamily="49" charset="-122"/>
              </a:rPr>
              <a:t>颜回曰：回益矣。仲尼曰：何谓也？曰：回忘仁义矣。曰：可矣，犹未也。他日，复见，曰：回益矣。曰：何谓也？曰：回忘礼乐矣。曰：可矣，犹未也。他日，复见，曰：回益矣。曰：何谓也？曰：回坐忘矣。仲尼蹴然曰：何谓坐忘？颜回曰：堕肢体，黜聪明，离形去智，同于大通，此谓坐忘。</a:t>
            </a:r>
            <a:r>
              <a:rPr lang="en-US" altLang="zh-CN" baseline="30000" dirty="0">
                <a:latin typeface="仿宋" panose="02010609060101010101" pitchFamily="49" charset="-122"/>
                <a:ea typeface="仿宋" panose="02010609060101010101" pitchFamily="49" charset="-122"/>
              </a:rPr>
              <a:t>[1]</a:t>
            </a:r>
            <a:endParaRPr lang="en-US" altLang="zh-CN" dirty="0">
              <a:latin typeface="仿宋" panose="02010609060101010101" pitchFamily="49" charset="-122"/>
              <a:ea typeface="仿宋" panose="02010609060101010101" pitchFamily="49" charset="-122"/>
            </a:endParaRPr>
          </a:p>
        </p:txBody>
      </p:sp>
      <p:sp>
        <p:nvSpPr>
          <p:cNvPr id="5" name="矩形 4"/>
          <p:cNvSpPr/>
          <p:nvPr/>
        </p:nvSpPr>
        <p:spPr>
          <a:xfrm>
            <a:off x="35496" y="116632"/>
            <a:ext cx="2808312"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3.</a:t>
            </a:r>
            <a:r>
              <a:rPr lang="zh-CN" altLang="en-US" sz="2000" dirty="0"/>
              <a:t>坐忘、沉思、冥想</a:t>
            </a:r>
          </a:p>
        </p:txBody>
      </p:sp>
      <p:sp>
        <p:nvSpPr>
          <p:cNvPr id="4" name="矩形 3">
            <a:extLst>
              <a:ext uri="{FF2B5EF4-FFF2-40B4-BE49-F238E27FC236}">
                <a16:creationId xmlns:a16="http://schemas.microsoft.com/office/drawing/2014/main" id="{B53ED5DF-6D64-23FC-06C9-2BEC826A28FD}"/>
              </a:ext>
            </a:extLst>
          </p:cNvPr>
          <p:cNvSpPr/>
          <p:nvPr/>
        </p:nvSpPr>
        <p:spPr>
          <a:xfrm>
            <a:off x="-15836" y="1770751"/>
            <a:ext cx="9324528" cy="1477328"/>
          </a:xfrm>
          <a:prstGeom prst="rect">
            <a:avLst/>
          </a:prstGeom>
        </p:spPr>
        <p:txBody>
          <a:bodyPr wrap="square">
            <a:spAutoFit/>
          </a:bodyPr>
          <a:lstStyle/>
          <a:p>
            <a:r>
              <a:rPr lang="en-US" altLang="zh-CN" dirty="0">
                <a:latin typeface="仿宋" panose="02010609060101010101" pitchFamily="49" charset="-122"/>
                <a:ea typeface="仿宋" panose="02010609060101010101" pitchFamily="49" charset="-122"/>
              </a:rPr>
              <a:t>4.</a:t>
            </a:r>
            <a:r>
              <a:rPr lang="zh-CN" altLang="en-US" dirty="0">
                <a:latin typeface="仿宋" panose="02010609060101010101" pitchFamily="49" charset="-122"/>
                <a:ea typeface="仿宋" panose="02010609060101010101" pitchFamily="49" charset="-122"/>
              </a:rPr>
              <a:t>无意识的行动（存在自我意识吗）</a:t>
            </a:r>
            <a:endParaRPr lang="en-US" altLang="zh-CN" dirty="0">
              <a:latin typeface="仿宋" panose="02010609060101010101" pitchFamily="49" charset="-122"/>
              <a:ea typeface="仿宋" panose="02010609060101010101" pitchFamily="49" charset="-122"/>
            </a:endParaRPr>
          </a:p>
          <a:p>
            <a:r>
              <a:rPr lang="zh-CN" altLang="en-US" dirty="0">
                <a:latin typeface="仿宋" panose="02010609060101010101" pitchFamily="49" charset="-122"/>
                <a:ea typeface="仿宋" panose="02010609060101010101" pitchFamily="49" charset="-122"/>
              </a:rPr>
              <a:t>投篮</a:t>
            </a:r>
            <a:endParaRPr lang="en-US" altLang="zh-CN" dirty="0">
              <a:latin typeface="仿宋" panose="02010609060101010101" pitchFamily="49" charset="-122"/>
              <a:ea typeface="仿宋" panose="02010609060101010101" pitchFamily="49" charset="-122"/>
            </a:endParaRPr>
          </a:p>
          <a:p>
            <a:r>
              <a:rPr lang="zh-CN" altLang="en-US" dirty="0">
                <a:latin typeface="仿宋" panose="02010609060101010101" pitchFamily="49" charset="-122"/>
                <a:ea typeface="仿宋" panose="02010609060101010101" pitchFamily="49" charset="-122"/>
              </a:rPr>
              <a:t>开车时，一个孩子突然出现在车前。没有时间刹车，但可以马上选择左转或右转来避免悲剧发生。然而到底应该是左转还是右转，没有特别的理由。未经有意识的思考。你便左转了。</a:t>
            </a:r>
            <a:endParaRPr lang="en-US" altLang="zh-CN" dirty="0">
              <a:latin typeface="仿宋" panose="02010609060101010101" pitchFamily="49" charset="-122"/>
              <a:ea typeface="仿宋" panose="02010609060101010101" pitchFamily="49" charset="-122"/>
            </a:endParaRPr>
          </a:p>
        </p:txBody>
      </p:sp>
      <p:sp>
        <p:nvSpPr>
          <p:cNvPr id="7" name="矩形 6">
            <a:extLst>
              <a:ext uri="{FF2B5EF4-FFF2-40B4-BE49-F238E27FC236}">
                <a16:creationId xmlns:a16="http://schemas.microsoft.com/office/drawing/2014/main" id="{48123393-32E5-6F49-2635-DBC241744EC3}"/>
              </a:ext>
            </a:extLst>
          </p:cNvPr>
          <p:cNvSpPr/>
          <p:nvPr/>
        </p:nvSpPr>
        <p:spPr>
          <a:xfrm>
            <a:off x="28825" y="3068960"/>
            <a:ext cx="9144000" cy="1477328"/>
          </a:xfrm>
          <a:prstGeom prst="rect">
            <a:avLst/>
          </a:prstGeom>
        </p:spPr>
        <p:txBody>
          <a:bodyPr wrap="square">
            <a:spAutoFit/>
          </a:bodyPr>
          <a:lstStyle/>
          <a:p>
            <a:r>
              <a:rPr lang="zh-CN" altLang="en-US" dirty="0">
                <a:latin typeface="+mj-ea"/>
                <a:ea typeface="+mj-ea"/>
              </a:rPr>
              <a:t> “人们在研究国家状况时很容易走入歧途，即忽视各种关系的客观本性，而用当事人的意志来解释一切。但是存在这样一些关系，这些关系既决定私人的行动，也决定个别行政当局的行动，而且就像</a:t>
            </a:r>
            <a:r>
              <a:rPr lang="zh-CN" altLang="en-US" b="1" dirty="0">
                <a:solidFill>
                  <a:srgbClr val="FF0000"/>
                </a:solidFill>
                <a:latin typeface="+mj-ea"/>
                <a:ea typeface="+mj-ea"/>
              </a:rPr>
              <a:t>呼吸的方式一样不以他们为转移</a:t>
            </a:r>
            <a:r>
              <a:rPr lang="zh-CN" altLang="en-US" dirty="0">
                <a:latin typeface="+mj-ea"/>
                <a:ea typeface="+mj-ea"/>
              </a:rPr>
              <a:t>。只要人们一开始就站在这种客观立场上，人们就不会违反常规地以这一方或那一方的善意或恶意为前提，而会在初看起来似乎只有人在起作用的地方看到这些关系在起作用。”</a:t>
            </a:r>
          </a:p>
        </p:txBody>
      </p:sp>
      <p:sp>
        <p:nvSpPr>
          <p:cNvPr id="9" name="矩形 8">
            <a:extLst>
              <a:ext uri="{FF2B5EF4-FFF2-40B4-BE49-F238E27FC236}">
                <a16:creationId xmlns:a16="http://schemas.microsoft.com/office/drawing/2014/main" id="{5FF7E0A4-FD64-4FB0-6982-4ACA2845DE17}"/>
              </a:ext>
            </a:extLst>
          </p:cNvPr>
          <p:cNvSpPr/>
          <p:nvPr/>
        </p:nvSpPr>
        <p:spPr>
          <a:xfrm>
            <a:off x="17829" y="4559742"/>
            <a:ext cx="9324528" cy="1200329"/>
          </a:xfrm>
          <a:prstGeom prst="rect">
            <a:avLst/>
          </a:prstGeom>
        </p:spPr>
        <p:txBody>
          <a:bodyPr wrap="square">
            <a:spAutoFit/>
          </a:bodyPr>
          <a:lstStyle/>
          <a:p>
            <a:r>
              <a:rPr lang="zh-CN" altLang="en-US" dirty="0">
                <a:latin typeface="仿宋" panose="02010609060101010101" pitchFamily="49" charset="-122"/>
                <a:ea typeface="仿宋" panose="02010609060101010101" pitchFamily="49" charset="-122"/>
              </a:rPr>
              <a:t>决定论</a:t>
            </a:r>
            <a:endParaRPr lang="en-US" altLang="zh-CN" dirty="0">
              <a:latin typeface="仿宋" panose="02010609060101010101" pitchFamily="49" charset="-122"/>
              <a:ea typeface="仿宋" panose="02010609060101010101" pitchFamily="49" charset="-122"/>
            </a:endParaRPr>
          </a:p>
          <a:p>
            <a:r>
              <a:rPr lang="zh-CN" altLang="en-US" dirty="0">
                <a:latin typeface="仿宋" panose="02010609060101010101" pitchFamily="49" charset="-122"/>
                <a:ea typeface="仿宋" panose="02010609060101010101" pitchFamily="49" charset="-122"/>
              </a:rPr>
              <a:t>“所有目前与未来的事件、行为，包括人类的认知、决定与行为，在因果关系上都是因过去的事件加上自然法则而成为必然。”</a:t>
            </a:r>
            <a:endParaRPr lang="en-US" altLang="zh-CN" dirty="0">
              <a:latin typeface="仿宋" panose="02010609060101010101" pitchFamily="49" charset="-122"/>
              <a:ea typeface="仿宋" panose="02010609060101010101" pitchFamily="49" charset="-122"/>
            </a:endParaRPr>
          </a:p>
          <a:p>
            <a:r>
              <a:rPr lang="zh-CN" altLang="en-US" dirty="0">
                <a:latin typeface="仿宋" panose="02010609060101010101" pitchFamily="49" charset="-122"/>
                <a:ea typeface="仿宋" panose="02010609060101010101" pitchFamily="49" charset="-122"/>
              </a:rPr>
              <a:t>随机论</a:t>
            </a:r>
            <a:endParaRPr lang="en-US" altLang="zh-CN" dirty="0">
              <a:latin typeface="仿宋" panose="02010609060101010101" pitchFamily="49" charset="-122"/>
              <a:ea typeface="仿宋" panose="02010609060101010101" pitchFamily="49" charset="-122"/>
            </a:endParaRPr>
          </a:p>
        </p:txBody>
      </p:sp>
      <p:sp>
        <p:nvSpPr>
          <p:cNvPr id="11" name="文本框 10">
            <a:extLst>
              <a:ext uri="{FF2B5EF4-FFF2-40B4-BE49-F238E27FC236}">
                <a16:creationId xmlns:a16="http://schemas.microsoft.com/office/drawing/2014/main" id="{BFB30895-AD1C-3006-E73E-750ECDBE08D9}"/>
              </a:ext>
            </a:extLst>
          </p:cNvPr>
          <p:cNvSpPr txBox="1"/>
          <p:nvPr>
            <p:custDataLst>
              <p:tags r:id="rId1"/>
            </p:custDataLst>
          </p:nvPr>
        </p:nvSpPr>
        <p:spPr>
          <a:xfrm>
            <a:off x="1259632" y="5445224"/>
            <a:ext cx="7416760" cy="1224135"/>
          </a:xfrm>
          <a:prstGeom prst="rect">
            <a:avLst/>
          </a:prstGeom>
          <a:noFill/>
        </p:spPr>
        <p:txBody>
          <a:bodyPr wrap="square" rtlCol="0" anchor="t">
            <a:noAutofit/>
          </a:bodyPr>
          <a:lstStyle/>
          <a:p>
            <a:r>
              <a:rPr lang="zh-CN" altLang="en-US" dirty="0">
                <a:latin typeface="华文楷体" panose="02010600040101010101" pitchFamily="2" charset="-122"/>
                <a:ea typeface="华文楷体" panose="02010600040101010101" pitchFamily="2" charset="-122"/>
              </a:rPr>
              <a:t>梅亚苏否认</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绝对必然性</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的存在，认为</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绝对必然性</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是偶然的，并将偶然绝对化，否定必然性的绝对性，M仍然坚持绝对性的思想？当然，他对齐一性、自在之物、先祖现象的克服都是很好的尝试，尤其是他将稳定性的本体论置于自己思想的核心位置。</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7504" y="260648"/>
            <a:ext cx="8742350" cy="646331"/>
          </a:xfrm>
          <a:prstGeom prst="rect">
            <a:avLst/>
          </a:prstGeom>
        </p:spPr>
        <p:txBody>
          <a:bodyPr wrap="square">
            <a:spAutoFit/>
          </a:bodyPr>
          <a:lstStyle/>
          <a:p>
            <a:r>
              <a:rPr lang="zh-CN" altLang="en-US" dirty="0">
                <a:latin typeface="华文楷体" panose="02010600040101010101" pitchFamily="2" charset="-122"/>
                <a:ea typeface="华文楷体" panose="02010600040101010101" pitchFamily="2" charset="-122"/>
              </a:rPr>
              <a:t>斯坦福大学教授Robert Sapolsky认为，人类行为是由</a:t>
            </a:r>
            <a:r>
              <a:rPr lang="zh-CN" altLang="en-US" dirty="0">
                <a:solidFill>
                  <a:srgbClr val="FF0000"/>
                </a:solidFill>
                <a:latin typeface="华文楷体" panose="02010600040101010101" pitchFamily="2" charset="-122"/>
                <a:ea typeface="华文楷体" panose="02010600040101010101" pitchFamily="2" charset="-122"/>
              </a:rPr>
              <a:t>神经生物学、激素、童年、生活环境</a:t>
            </a:r>
            <a:r>
              <a:rPr lang="zh-CN" altLang="en-US" dirty="0">
                <a:latin typeface="华文楷体" panose="02010600040101010101" pitchFamily="2" charset="-122"/>
                <a:ea typeface="华文楷体" panose="02010600040101010101" pitchFamily="2" charset="-122"/>
              </a:rPr>
              <a:t>决定的，自由意志要么不存在，要么在真正重要的场合远比人们估计得少。</a:t>
            </a:r>
            <a:endParaRPr lang="en-US" altLang="zh-CN" dirty="0"/>
          </a:p>
        </p:txBody>
      </p:sp>
      <p:sp>
        <p:nvSpPr>
          <p:cNvPr id="4" name="矩形 3">
            <a:extLst>
              <a:ext uri="{FF2B5EF4-FFF2-40B4-BE49-F238E27FC236}">
                <a16:creationId xmlns:a16="http://schemas.microsoft.com/office/drawing/2014/main" id="{133927E7-F3F4-318F-3A92-6A6E083756A3}"/>
              </a:ext>
            </a:extLst>
          </p:cNvPr>
          <p:cNvSpPr/>
          <p:nvPr/>
        </p:nvSpPr>
        <p:spPr>
          <a:xfrm>
            <a:off x="136886" y="910465"/>
            <a:ext cx="8712968" cy="646331"/>
          </a:xfrm>
          <a:prstGeom prst="rect">
            <a:avLst/>
          </a:prstGeom>
        </p:spPr>
        <p:txBody>
          <a:bodyPr wrap="square">
            <a:spAutoFit/>
          </a:bodyPr>
          <a:lstStyle/>
          <a:p>
            <a:r>
              <a:rPr lang="zh-CN" altLang="en-US" dirty="0">
                <a:latin typeface="华文仿宋" panose="02010600040101010101" pitchFamily="2" charset="-122"/>
                <a:ea typeface="华文仿宋" panose="02010600040101010101" pitchFamily="2" charset="-122"/>
              </a:rPr>
              <a:t>什么使得某一时刻的某人与另一时刻的某人是同一个人？（形而上学问题：</a:t>
            </a:r>
            <a:r>
              <a:rPr lang="en-US" altLang="zh-CN" dirty="0">
                <a:latin typeface="华文仿宋" panose="02010600040101010101" pitchFamily="2" charset="-122"/>
                <a:ea typeface="华文仿宋" panose="02010600040101010101" pitchFamily="2" charset="-122"/>
              </a:rPr>
              <a:t>personal identity)</a:t>
            </a:r>
          </a:p>
        </p:txBody>
      </p:sp>
      <p:sp>
        <p:nvSpPr>
          <p:cNvPr id="7" name="文本框 6">
            <a:extLst>
              <a:ext uri="{FF2B5EF4-FFF2-40B4-BE49-F238E27FC236}">
                <a16:creationId xmlns:a16="http://schemas.microsoft.com/office/drawing/2014/main" id="{E2BF8A64-5966-D0B5-DC83-C0B77B71F504}"/>
              </a:ext>
            </a:extLst>
          </p:cNvPr>
          <p:cNvSpPr txBox="1"/>
          <p:nvPr/>
        </p:nvSpPr>
        <p:spPr>
          <a:xfrm>
            <a:off x="287524" y="1796038"/>
            <a:ext cx="8568952" cy="4247317"/>
          </a:xfrm>
          <a:prstGeom prst="rect">
            <a:avLst/>
          </a:prstGeom>
          <a:noFill/>
        </p:spPr>
        <p:txBody>
          <a:bodyPr wrap="square">
            <a:spAutoFit/>
          </a:bodyPr>
          <a:lstStyle/>
          <a:p>
            <a:r>
              <a:rPr lang="zh-CN" altLang="en-US" dirty="0"/>
              <a:t>常见答案是**连续性标准**，但具体为何种连续，存在三种主要立场。</a:t>
            </a:r>
          </a:p>
          <a:p>
            <a:r>
              <a:rPr lang="zh-CN" altLang="en-US" dirty="0"/>
              <a:t>**一是身体连续性**。认为同一性基于生物有机体的持续存在，如大脑的物理延续。若你的大脑被移植到另一躯壳，你依然是你。但问题在于：身体细胞不断更替，七年后几乎全部换新，为何仍算“同一个”身体？物理基底似乎不够稳固。</a:t>
            </a:r>
          </a:p>
          <a:p>
            <a:r>
              <a:rPr lang="zh-CN" altLang="en-US" dirty="0"/>
              <a:t>**二是心理连续性**。认为记忆、性格、意图的延续构成同一性。洛克提出“记忆准则”：若此刻的我能记得昨日之我的经历，且心理特质连贯，则二者同一。但挑战在于：记忆会遗失、错位，且若某人在失忆后形成全新人格，按此标准，他是否已“死去”？</a:t>
            </a:r>
          </a:p>
          <a:p>
            <a:r>
              <a:rPr lang="zh-CN" altLang="en-US" dirty="0"/>
              <a:t>**三是叙事同一性**（较新近的观点）。认为同一性并非某种“不变实体”，而是由主体不断建构的自我叙事所维系——我把自己的人生讲成一个连贯的故事，即便记忆断裂、身体改变，只要故事可理解地接续，我依然是我。</a:t>
            </a:r>
          </a:p>
          <a:p>
            <a:r>
              <a:rPr lang="zh-CN" altLang="en-US" dirty="0"/>
              <a:t>形而上学无法给出最终“事实”答案，因为同一性本质上是**规范性问题**：我们之所以关心“是否同一个人”，是为了分配责任、承诺与情感。因此，合理的立场是：同一性在身体与心理连续性的交叠中成立，但在边界模糊处，由我们共同接受的实践和叙事来决定。</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7504" y="260648"/>
            <a:ext cx="8712968" cy="646331"/>
          </a:xfrm>
          <a:prstGeom prst="rect">
            <a:avLst/>
          </a:prstGeom>
        </p:spPr>
        <p:txBody>
          <a:bodyPr wrap="square">
            <a:spAutoFit/>
          </a:bodyPr>
          <a:lstStyle/>
          <a:p>
            <a:r>
              <a:rPr lang="zh-CN" altLang="en-US" dirty="0">
                <a:latin typeface="华文仿宋" panose="02010600040101010101" pitchFamily="2" charset="-122"/>
                <a:ea typeface="华文仿宋" panose="02010600040101010101" pitchFamily="2" charset="-122"/>
              </a:rPr>
              <a:t>我们如何辨别此时的一个人与彼时的一个人是同一的？</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认识论问题：用何种证据来判断人们是否同一</a:t>
            </a:r>
            <a:r>
              <a:rPr lang="en-US" altLang="zh-CN" dirty="0">
                <a:latin typeface="华文仿宋" panose="02010600040101010101" pitchFamily="2" charset="-122"/>
                <a:ea typeface="华文仿宋" panose="02010600040101010101" pitchFamily="2" charset="-122"/>
              </a:rPr>
              <a:t>)</a:t>
            </a:r>
          </a:p>
        </p:txBody>
      </p:sp>
      <p:sp>
        <p:nvSpPr>
          <p:cNvPr id="6" name="文本框 5">
            <a:extLst>
              <a:ext uri="{FF2B5EF4-FFF2-40B4-BE49-F238E27FC236}">
                <a16:creationId xmlns:a16="http://schemas.microsoft.com/office/drawing/2014/main" id="{0CC4B08D-21C3-C29E-E79D-77336A80A244}"/>
              </a:ext>
            </a:extLst>
          </p:cNvPr>
          <p:cNvSpPr txBox="1"/>
          <p:nvPr/>
        </p:nvSpPr>
        <p:spPr>
          <a:xfrm>
            <a:off x="323528" y="1052736"/>
            <a:ext cx="8352928" cy="5355312"/>
          </a:xfrm>
          <a:prstGeom prst="rect">
            <a:avLst/>
          </a:prstGeom>
          <a:noFill/>
        </p:spPr>
        <p:txBody>
          <a:bodyPr wrap="square">
            <a:spAutoFit/>
          </a:bodyPr>
          <a:lstStyle/>
          <a:p>
            <a:r>
              <a:rPr lang="zh-CN" altLang="en-US" dirty="0"/>
              <a:t>即便形而上学的“同一性事实”存在，我们只能通过可观察的特征来推论它。</a:t>
            </a:r>
          </a:p>
          <a:p>
            <a:r>
              <a:rPr lang="zh-CN" altLang="en-US" dirty="0"/>
              <a:t>核心证据分为三类：</a:t>
            </a:r>
          </a:p>
          <a:p>
            <a:r>
              <a:rPr lang="zh-CN" altLang="en-US" dirty="0"/>
              <a:t>**第一，身体特征证据**。最常用的是生物特征识别：指纹、虹膜、面部结构、DNA。这些在较长时间内相对稳定。但问题在于：整容、衰老或损伤会改变外貌，此时仅凭身体特征可能误判。</a:t>
            </a:r>
          </a:p>
          <a:p>
            <a:r>
              <a:rPr lang="zh-CN" altLang="en-US" dirty="0"/>
              <a:t>**第二，心理特征证据**。包括记忆的一致性、性格特质、行为习惯、知识储备。例如，一个人能回忆出只有“昨天的他”才知道的私密细节，我们就倾向于认定同一。但记忆会遗忘或出错，性格也可能剧变（如创伤后人格转变），此时心理证据可能出现矛盾。</a:t>
            </a:r>
          </a:p>
          <a:p>
            <a:r>
              <a:rPr lang="zh-CN" altLang="en-US" dirty="0"/>
              <a:t>**第三，连续性证据**。这是最关键的判断依据——我们不仅看两个时间点的静态特征是否匹配，更看两者之间是否存在**连续的时空路径**。例如，从A到B，我们没有观察到中断（死亡、克隆替换等）。即便外貌和性格都变了，只要过程是连续的，我们仍认定同一。</a:t>
            </a:r>
          </a:p>
          <a:p>
            <a:r>
              <a:rPr lang="zh-CN" altLang="en-US" dirty="0"/>
              <a:t>在实际司法或日常判断中，我们综合使用这三类证据，并默认**连续性优先**：若路径连续，即便特征变化也接受；若无连续记录，则依靠特征匹配，但信任度降低。</a:t>
            </a:r>
          </a:p>
          <a:p>
            <a:r>
              <a:rPr lang="zh-CN" altLang="en-US" dirty="0"/>
              <a:t>认识论困境在于：所有这些证据都是**可错的**。理论上，完美的伪造或记忆植入可以骗过所有检验。因此，我们对“同一性”的判断始终是**可谬的推论**，而非直接的直观。</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7504" y="116632"/>
            <a:ext cx="7272808" cy="646331"/>
          </a:xfrm>
          <a:prstGeom prst="rect">
            <a:avLst/>
          </a:prstGeom>
        </p:spPr>
        <p:txBody>
          <a:bodyPr wrap="square">
            <a:spAutoFit/>
          </a:bodyPr>
          <a:lstStyle/>
          <a:p>
            <a:r>
              <a:rPr lang="en-US" altLang="zh-CN" dirty="0">
                <a:latin typeface="华文仿宋" panose="02010600040101010101" pitchFamily="2" charset="-122"/>
                <a:ea typeface="华文仿宋" panose="02010600040101010101" pitchFamily="2" charset="-122"/>
              </a:rPr>
              <a:t>1.</a:t>
            </a:r>
            <a:r>
              <a:rPr lang="zh-CN" altLang="en-US" dirty="0">
                <a:latin typeface="华文仿宋" panose="02010600040101010101" pitchFamily="2" charset="-122"/>
                <a:ea typeface="华文仿宋" panose="02010600040101010101" pitchFamily="2" charset="-122"/>
              </a:rPr>
              <a:t>动物主义（物质性）</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相同的人就是拥有相同活着的人类躯体的人。</a:t>
            </a:r>
            <a:endParaRPr lang="en-US" altLang="zh-CN" dirty="0">
              <a:latin typeface="华文仿宋" panose="02010600040101010101" pitchFamily="2" charset="-122"/>
              <a:ea typeface="华文仿宋" panose="02010600040101010101" pitchFamily="2" charset="-122"/>
            </a:endParaRPr>
          </a:p>
        </p:txBody>
      </p:sp>
      <p:sp>
        <p:nvSpPr>
          <p:cNvPr id="7" name="矩形 6">
            <a:extLst>
              <a:ext uri="{FF2B5EF4-FFF2-40B4-BE49-F238E27FC236}">
                <a16:creationId xmlns:a16="http://schemas.microsoft.com/office/drawing/2014/main" id="{DD76E03C-2674-FDB2-E36D-4DB747478516}"/>
              </a:ext>
            </a:extLst>
          </p:cNvPr>
          <p:cNvSpPr/>
          <p:nvPr/>
        </p:nvSpPr>
        <p:spPr>
          <a:xfrm>
            <a:off x="107504" y="762963"/>
            <a:ext cx="7272808" cy="1477328"/>
          </a:xfrm>
          <a:prstGeom prst="rect">
            <a:avLst/>
          </a:prstGeom>
        </p:spPr>
        <p:txBody>
          <a:bodyPr wrap="square">
            <a:spAutoFit/>
          </a:bodyPr>
          <a:lstStyle/>
          <a:p>
            <a:r>
              <a:rPr lang="en-US" altLang="zh-CN" dirty="0">
                <a:latin typeface="华文仿宋" panose="02010600040101010101" pitchFamily="2" charset="-122"/>
                <a:ea typeface="华文仿宋" panose="02010600040101010101" pitchFamily="2" charset="-122"/>
              </a:rPr>
              <a:t>2.</a:t>
            </a:r>
            <a:r>
              <a:rPr lang="zh-CN" altLang="en-US" dirty="0">
                <a:latin typeface="华文仿宋" panose="02010600040101010101" pitchFamily="2" charset="-122"/>
                <a:ea typeface="华文仿宋" panose="02010600040101010101" pitchFamily="2" charset="-122"/>
              </a:rPr>
              <a:t>灵魂理论</a:t>
            </a:r>
          </a:p>
          <a:p>
            <a:r>
              <a:rPr lang="zh-CN" altLang="en-US" dirty="0">
                <a:latin typeface="华文仿宋" panose="02010600040101010101" pitchFamily="2" charset="-122"/>
                <a:ea typeface="华文仿宋" panose="02010600040101010101" pitchFamily="2" charset="-122"/>
              </a:rPr>
              <a:t>同一的人就是具有同一灵魂的人。</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灵魂究竟是什么？</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灵魂与思想的关系：</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灵魂是思想的实体。</a:t>
            </a:r>
            <a:endParaRPr lang="en-US" altLang="zh-CN" dirty="0">
              <a:latin typeface="华文仿宋" panose="02010600040101010101" pitchFamily="2" charset="-122"/>
              <a:ea typeface="华文仿宋" panose="02010600040101010101" pitchFamily="2" charset="-122"/>
            </a:endParaRPr>
          </a:p>
        </p:txBody>
      </p:sp>
      <p:sp>
        <p:nvSpPr>
          <p:cNvPr id="9" name="矩形 8">
            <a:extLst>
              <a:ext uri="{FF2B5EF4-FFF2-40B4-BE49-F238E27FC236}">
                <a16:creationId xmlns:a16="http://schemas.microsoft.com/office/drawing/2014/main" id="{EAD89365-6BC3-4A31-67B7-10A27DE73B49}"/>
              </a:ext>
            </a:extLst>
          </p:cNvPr>
          <p:cNvSpPr/>
          <p:nvPr/>
        </p:nvSpPr>
        <p:spPr>
          <a:xfrm>
            <a:off x="107504" y="2192999"/>
            <a:ext cx="4392488" cy="1200329"/>
          </a:xfrm>
          <a:prstGeom prst="rect">
            <a:avLst/>
          </a:prstGeom>
        </p:spPr>
        <p:txBody>
          <a:bodyPr wrap="square">
            <a:spAutoFit/>
          </a:bodyPr>
          <a:lstStyle/>
          <a:p>
            <a:r>
              <a:rPr lang="en-US" altLang="zh-CN" dirty="0">
                <a:latin typeface="华文仿宋" panose="02010600040101010101" pitchFamily="2" charset="-122"/>
                <a:ea typeface="华文仿宋" panose="02010600040101010101" pitchFamily="2" charset="-122"/>
              </a:rPr>
              <a:t>3.</a:t>
            </a:r>
            <a:r>
              <a:rPr lang="zh-CN" altLang="en-US" dirty="0">
                <a:latin typeface="华文仿宋" panose="02010600040101010101" pitchFamily="2" charset="-122"/>
                <a:ea typeface="华文仿宋" panose="02010600040101010101" pitchFamily="2" charset="-122"/>
              </a:rPr>
              <a:t>记忆理论</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同一的人就是共享至少一项经验记忆的人。</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经验记忆对每个人都是唯一的。</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我们有时候能回忆起从未发生的事。</a:t>
            </a:r>
            <a:endParaRPr lang="en-US" altLang="zh-CN" dirty="0">
              <a:latin typeface="华文仿宋" panose="02010600040101010101" pitchFamily="2" charset="-122"/>
              <a:ea typeface="华文仿宋" panose="02010600040101010101" pitchFamily="2" charset="-122"/>
            </a:endParaRPr>
          </a:p>
        </p:txBody>
      </p:sp>
      <p:sp>
        <p:nvSpPr>
          <p:cNvPr id="11" name="矩形 10">
            <a:extLst>
              <a:ext uri="{FF2B5EF4-FFF2-40B4-BE49-F238E27FC236}">
                <a16:creationId xmlns:a16="http://schemas.microsoft.com/office/drawing/2014/main" id="{1DE233D7-ACC7-7959-91DB-C129B46ADED5}"/>
              </a:ext>
            </a:extLst>
          </p:cNvPr>
          <p:cNvSpPr/>
          <p:nvPr/>
        </p:nvSpPr>
        <p:spPr>
          <a:xfrm>
            <a:off x="95003" y="3356992"/>
            <a:ext cx="3756917" cy="3139321"/>
          </a:xfrm>
          <a:prstGeom prst="rect">
            <a:avLst/>
          </a:prstGeom>
        </p:spPr>
        <p:txBody>
          <a:bodyPr wrap="square">
            <a:spAutoFit/>
          </a:bodyPr>
          <a:lstStyle/>
          <a:p>
            <a:r>
              <a:rPr lang="zh-CN" altLang="en-US" dirty="0">
                <a:latin typeface="华文仿宋" panose="02010600040101010101" pitchFamily="2" charset="-122"/>
                <a:ea typeface="华文仿宋" panose="02010600040101010101" pitchFamily="2" charset="-122"/>
              </a:rPr>
              <a:t>实在记忆</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关于一个事件的记忆，这个记忆由实际拥有这个经验的人所回忆，并且是由该记忆所记录的事件引起的。</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表象记忆</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关于一个事件的记忆，要么这个事件没有发生，要么这个记忆并不是由记录的事件所引起的。</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准记忆</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一个由实际经验以正确的方式引起的表象记忆。</a:t>
            </a:r>
            <a:endParaRPr lang="en-US" altLang="zh-CN" dirty="0">
              <a:latin typeface="华文仿宋" panose="02010600040101010101" pitchFamily="2" charset="-122"/>
              <a:ea typeface="华文仿宋" panose="02010600040101010101" pitchFamily="2" charset="-122"/>
            </a:endParaRPr>
          </a:p>
        </p:txBody>
      </p:sp>
      <p:sp>
        <p:nvSpPr>
          <p:cNvPr id="13" name="矩形 12">
            <a:extLst>
              <a:ext uri="{FF2B5EF4-FFF2-40B4-BE49-F238E27FC236}">
                <a16:creationId xmlns:a16="http://schemas.microsoft.com/office/drawing/2014/main" id="{0E9B298D-1DCC-0FA2-EEF6-6B8E2869FA82}"/>
              </a:ext>
            </a:extLst>
          </p:cNvPr>
          <p:cNvSpPr/>
          <p:nvPr/>
        </p:nvSpPr>
        <p:spPr>
          <a:xfrm>
            <a:off x="4554547" y="116632"/>
            <a:ext cx="4644008" cy="1200329"/>
          </a:xfrm>
          <a:prstGeom prst="rect">
            <a:avLst/>
          </a:prstGeom>
        </p:spPr>
        <p:txBody>
          <a:bodyPr wrap="square">
            <a:spAutoFit/>
          </a:bodyPr>
          <a:lstStyle/>
          <a:p>
            <a:r>
              <a:rPr lang="zh-CN"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1</a:t>
            </a:r>
            <a:r>
              <a:rPr lang="zh-CN" dirty="0">
                <a:latin typeface="华文仿宋" panose="02010600040101010101" pitchFamily="2" charset="-122"/>
                <a:ea typeface="华文仿宋" panose="02010600040101010101" pitchFamily="2" charset="-122"/>
              </a:rPr>
              <a:t>）我似乎记得有过一个经验，</a:t>
            </a:r>
          </a:p>
          <a:p>
            <a:r>
              <a:rPr lang="zh-CN"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2</a:t>
            </a:r>
            <a:r>
              <a:rPr lang="zh-CN" dirty="0">
                <a:latin typeface="华文仿宋" panose="02010600040101010101" pitchFamily="2" charset="-122"/>
                <a:ea typeface="华文仿宋" panose="02010600040101010101" pitchFamily="2" charset="-122"/>
              </a:rPr>
              <a:t>）某人的确有过这一经验，并且</a:t>
            </a:r>
          </a:p>
          <a:p>
            <a:r>
              <a:rPr lang="zh-CN"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3</a:t>
            </a:r>
            <a:r>
              <a:rPr lang="zh-CN" dirty="0">
                <a:latin typeface="华文仿宋" panose="02010600040101010101" pitchFamily="2" charset="-122"/>
                <a:ea typeface="华文仿宋" panose="02010600040101010101" pitchFamily="2" charset="-122"/>
              </a:rPr>
              <a:t>）我的表象记忆以某种恰当的方式因果地依赖于那一过去的经验。</a:t>
            </a:r>
          </a:p>
        </p:txBody>
      </p:sp>
      <p:sp>
        <p:nvSpPr>
          <p:cNvPr id="15" name="矩形 14">
            <a:extLst>
              <a:ext uri="{FF2B5EF4-FFF2-40B4-BE49-F238E27FC236}">
                <a16:creationId xmlns:a16="http://schemas.microsoft.com/office/drawing/2014/main" id="{9AB616D9-35EA-EFD0-0E53-481BE92A2E70}"/>
              </a:ext>
            </a:extLst>
          </p:cNvPr>
          <p:cNvSpPr/>
          <p:nvPr/>
        </p:nvSpPr>
        <p:spPr>
          <a:xfrm>
            <a:off x="4291767" y="1247933"/>
            <a:ext cx="4814392" cy="2308324"/>
          </a:xfrm>
          <a:prstGeom prst="rect">
            <a:avLst/>
          </a:prstGeom>
        </p:spPr>
        <p:txBody>
          <a:bodyPr wrap="square">
            <a:spAutoFit/>
          </a:bodyPr>
          <a:lstStyle/>
          <a:p>
            <a:r>
              <a:rPr lang="en-US" altLang="zh-CN" dirty="0">
                <a:latin typeface="华文仿宋" panose="02010600040101010101" pitchFamily="2" charset="-122"/>
                <a:ea typeface="华文仿宋" panose="02010600040101010101" pitchFamily="2" charset="-122"/>
              </a:rPr>
              <a:t>4.</a:t>
            </a:r>
            <a:r>
              <a:rPr lang="zh-CN" altLang="en-US" dirty="0">
                <a:latin typeface="华文仿宋" panose="02010600040101010101" pitchFamily="2" charset="-122"/>
                <a:ea typeface="华文仿宋" panose="02010600040101010101" pitchFamily="2" charset="-122"/>
              </a:rPr>
              <a:t>心理连续理论</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一种同一性理论，主张如果两个人是心理上连续的，他们就是同一的。</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如果此时的一个人与彼时的另一个人直接准回忆和准欲求同一样东西，他们之间存在着心理联系如果此时的一个人与彼时的一个人间接地准回忆和准欲求同一样东西</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他们就是在心理上连续的</a:t>
            </a:r>
            <a:endParaRPr lang="en-US" altLang="zh-CN" dirty="0">
              <a:latin typeface="华文仿宋" panose="02010600040101010101" pitchFamily="2" charset="-122"/>
              <a:ea typeface="华文仿宋" panose="02010600040101010101" pitchFamily="2" charset="-122"/>
            </a:endParaRPr>
          </a:p>
        </p:txBody>
      </p:sp>
      <p:sp>
        <p:nvSpPr>
          <p:cNvPr id="17" name="矩形 16">
            <a:extLst>
              <a:ext uri="{FF2B5EF4-FFF2-40B4-BE49-F238E27FC236}">
                <a16:creationId xmlns:a16="http://schemas.microsoft.com/office/drawing/2014/main" id="{36162B76-AB7F-77C4-43BE-57E963866CC3}"/>
              </a:ext>
            </a:extLst>
          </p:cNvPr>
          <p:cNvSpPr/>
          <p:nvPr/>
        </p:nvSpPr>
        <p:spPr>
          <a:xfrm>
            <a:off x="4290300" y="3443159"/>
            <a:ext cx="4599384" cy="923330"/>
          </a:xfrm>
          <a:prstGeom prst="rect">
            <a:avLst/>
          </a:prstGeom>
        </p:spPr>
        <p:txBody>
          <a:bodyPr wrap="square">
            <a:spAutoFit/>
          </a:bodyPr>
          <a:lstStyle/>
          <a:p>
            <a:r>
              <a:rPr lang="en-US" altLang="zh-CN" dirty="0">
                <a:latin typeface="华文仿宋" panose="02010600040101010101" pitchFamily="2" charset="-122"/>
                <a:ea typeface="华文仿宋" panose="02010600040101010101" pitchFamily="2" charset="-122"/>
              </a:rPr>
              <a:t>5.</a:t>
            </a:r>
            <a:r>
              <a:rPr lang="zh-CN" altLang="en-US" dirty="0">
                <a:latin typeface="华文仿宋" panose="02010600040101010101" pitchFamily="2" charset="-122"/>
                <a:ea typeface="华文仿宋" panose="02010600040101010101" pitchFamily="2" charset="-122"/>
              </a:rPr>
              <a:t>大脑理论</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同一的人就是心理上彼此连续，且心理状态是由同一个大脑引起并实现的人。</a:t>
            </a:r>
            <a:endParaRPr lang="en-US" altLang="zh-CN" dirty="0">
              <a:latin typeface="华文仿宋" panose="02010600040101010101" pitchFamily="2" charset="-122"/>
              <a:ea typeface="华文仿宋" panose="02010600040101010101" pitchFamily="2" charset="-122"/>
            </a:endParaRPr>
          </a:p>
        </p:txBody>
      </p:sp>
      <p:sp>
        <p:nvSpPr>
          <p:cNvPr id="19" name="矩形 18">
            <a:extLst>
              <a:ext uri="{FF2B5EF4-FFF2-40B4-BE49-F238E27FC236}">
                <a16:creationId xmlns:a16="http://schemas.microsoft.com/office/drawing/2014/main" id="{5C15D8AD-98FB-586F-8263-17F05B147A3D}"/>
              </a:ext>
            </a:extLst>
          </p:cNvPr>
          <p:cNvSpPr/>
          <p:nvPr/>
        </p:nvSpPr>
        <p:spPr>
          <a:xfrm>
            <a:off x="4269123" y="4247629"/>
            <a:ext cx="4896544" cy="1477328"/>
          </a:xfrm>
          <a:prstGeom prst="rect">
            <a:avLst/>
          </a:prstGeom>
        </p:spPr>
        <p:txBody>
          <a:bodyPr wrap="square">
            <a:spAutoFit/>
          </a:bodyPr>
          <a:lstStyle/>
          <a:p>
            <a:r>
              <a:rPr lang="zh-CN" altLang="en-US" dirty="0">
                <a:latin typeface="华文仿宋" panose="02010600040101010101" pitchFamily="2" charset="-122"/>
                <a:ea typeface="华文仿宋" panose="02010600040101010101" pitchFamily="2" charset="-122"/>
              </a:rPr>
              <a:t>人格同一性不在于心理上或物理上的连续性，因为同一性只能是一个事物和它自身的关系，而心理上的和物理上的连续性可以在许多不同事物之间都有效的关系，心灵与身体一样可以分裂。</a:t>
            </a:r>
            <a:endParaRPr lang="en-US" altLang="zh-CN" dirty="0">
              <a:latin typeface="华文仿宋" panose="02010600040101010101" pitchFamily="2" charset="-122"/>
              <a:ea typeface="华文仿宋" panose="02010600040101010101" pitchFamily="2" charset="-122"/>
            </a:endParaRPr>
          </a:p>
        </p:txBody>
      </p:sp>
      <p:sp>
        <p:nvSpPr>
          <p:cNvPr id="21" name="矩形 20">
            <a:extLst>
              <a:ext uri="{FF2B5EF4-FFF2-40B4-BE49-F238E27FC236}">
                <a16:creationId xmlns:a16="http://schemas.microsoft.com/office/drawing/2014/main" id="{8C75418E-B57A-AEF6-9314-217BE49E1A54}"/>
              </a:ext>
            </a:extLst>
          </p:cNvPr>
          <p:cNvSpPr/>
          <p:nvPr/>
        </p:nvSpPr>
        <p:spPr>
          <a:xfrm>
            <a:off x="3707904" y="5569357"/>
            <a:ext cx="5616624" cy="1200329"/>
          </a:xfrm>
          <a:prstGeom prst="rect">
            <a:avLst/>
          </a:prstGeom>
        </p:spPr>
        <p:txBody>
          <a:bodyPr wrap="square">
            <a:spAutoFit/>
          </a:bodyPr>
          <a:lstStyle/>
          <a:p>
            <a:r>
              <a:rPr lang="en-US" altLang="zh-CN" dirty="0">
                <a:latin typeface="华文仿宋" panose="02010600040101010101" pitchFamily="2" charset="-122"/>
                <a:ea typeface="华文仿宋" panose="02010600040101010101" pitchFamily="2" charset="-122"/>
              </a:rPr>
              <a:t>6.</a:t>
            </a:r>
            <a:r>
              <a:rPr lang="zh-CN" altLang="en-US" dirty="0">
                <a:latin typeface="华文仿宋" panose="02010600040101010101" pitchFamily="2" charset="-122"/>
                <a:ea typeface="华文仿宋" panose="02010600040101010101" pitchFamily="2" charset="-122"/>
              </a:rPr>
              <a:t>最接近连续理论</a:t>
            </a:r>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只要一个人与另一个人是充分地在心理上和物理上连续的，且没有其他人与前一个人在心理上和物理上连续的程度更深，那么后者就与前者是量的同一。</a:t>
            </a:r>
            <a:endParaRPr lang="en-US" altLang="zh-CN" dirty="0">
              <a:latin typeface="华文仿宋" panose="02010600040101010101" pitchFamily="2" charset="-122"/>
              <a:ea typeface="华文仿宋" panose="02010600040101010101" pitchFamily="2" charset="-122"/>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9512" y="188640"/>
            <a:ext cx="8496944" cy="923330"/>
          </a:xfrm>
          <a:prstGeom prst="rect">
            <a:avLst/>
          </a:prstGeom>
        </p:spPr>
        <p:txBody>
          <a:bodyPr wrap="square">
            <a:spAutoFit/>
          </a:bodyPr>
          <a:lstStyle/>
          <a:p>
            <a:r>
              <a:rPr lang="zh-CN" altLang="en-US" dirty="0">
                <a:latin typeface="华文仿宋" panose="02010600040101010101" pitchFamily="2" charset="-122"/>
                <a:ea typeface="华文仿宋" panose="02010600040101010101" pitchFamily="2" charset="-122"/>
              </a:rPr>
              <a:t>洛克认为梦游者梦游的时候和醒来后是不同的人，你认为这是对的吗？为什么？无论洛克是否正确，法庭认为一个真正的梦游者醒来之后，不需要为他的那些行为负责，你赞成吗？为什么？</a:t>
            </a:r>
            <a:endParaRPr lang="en-US" altLang="zh-CN" dirty="0">
              <a:latin typeface="华文仿宋" panose="02010600040101010101" pitchFamily="2" charset="-122"/>
              <a:ea typeface="华文仿宋" panose="02010600040101010101" pitchFamily="2" charset="-122"/>
            </a:endParaRPr>
          </a:p>
        </p:txBody>
      </p:sp>
      <p:sp>
        <p:nvSpPr>
          <p:cNvPr id="4" name="文本框 3">
            <a:extLst>
              <a:ext uri="{FF2B5EF4-FFF2-40B4-BE49-F238E27FC236}">
                <a16:creationId xmlns:a16="http://schemas.microsoft.com/office/drawing/2014/main" id="{4FFB7A91-19BB-322A-3835-D9412FBE0048}"/>
              </a:ext>
            </a:extLst>
          </p:cNvPr>
          <p:cNvSpPr txBox="1"/>
          <p:nvPr/>
        </p:nvSpPr>
        <p:spPr>
          <a:xfrm>
            <a:off x="35496" y="1196752"/>
            <a:ext cx="9108504" cy="5355312"/>
          </a:xfrm>
          <a:prstGeom prst="rect">
            <a:avLst/>
          </a:prstGeom>
          <a:noFill/>
        </p:spPr>
        <p:txBody>
          <a:bodyPr wrap="square">
            <a:spAutoFit/>
          </a:bodyPr>
          <a:lstStyle/>
          <a:p>
            <a:r>
              <a:rPr lang="zh-CN" altLang="en-US" dirty="0"/>
              <a:t>洛克认为，如果一个人在梦游时完全没有意识，醒来后也无法回忆起梦游中的任何行为，那么梦游时的“人”与醒来后的“人”缺乏心理连续性——尤其是记忆的联结——因此应被视为两个不同的“人格”（person）。从洛克的心理连续性标准出发，这一结论具有逻辑一致性。</a:t>
            </a:r>
          </a:p>
          <a:p>
            <a:r>
              <a:rPr lang="zh-CN" altLang="en-US" dirty="0"/>
              <a:t>然而，我认为洛克的观点在形而上学上**难以成立**。理由在于：人的同一性不应仅由记忆来决定。梦游者的身体在梦游期间保持着连续的生物存在，且其大脑——只是处于不同的意识状态——仍是同一个物理系统。醒来后，梦游者虽然**不记得**梦游中的行为，但那些行为仍然出自他的身体和大脑。如果因为他忘记了犯罪行为就认为那是“另一个人”做的，将导致荒谬结论：任何人只需设法忘记自己做过的事，就可以摆脱责任。记忆的遗忘不应改变行为主体的身份。</a:t>
            </a:r>
          </a:p>
          <a:p>
            <a:r>
              <a:rPr lang="zh-CN" altLang="en-US" dirty="0"/>
              <a:t>关于法庭是否应免除真正的梦游者的责任，我**赞成**法庭的结论，但理由不同于洛克的形而上学。法庭免除责任，不是因为“那不是他做的”，而是因为**他缺乏责任成立所需的主观条件**：</a:t>
            </a:r>
          </a:p>
          <a:p>
            <a:r>
              <a:rPr lang="zh-CN" altLang="en-US" dirty="0"/>
              <a:t>1. **缺乏意图**：梦游者没有对行为的控制能力，也没有犯罪动机和目的。</a:t>
            </a:r>
          </a:p>
          <a:p>
            <a:r>
              <a:rPr lang="zh-CN" altLang="en-US" dirty="0"/>
              <a:t>2. **缺乏可责备性**：责任预设主体能够意识到自己在做什么，并能够选择不做。无意识状态下的行为不符合“应受责备”的条件。</a:t>
            </a:r>
          </a:p>
          <a:p>
            <a:r>
              <a:rPr lang="zh-CN" altLang="en-US" dirty="0"/>
              <a:t>因此，正确的区分是：**形而上学上，梦游者与醒后是同一个人的不同状态；但法理上，缺乏意识与意图意味着无责任。** 洛克的错误在于将“法律上不负责”错误地解释为“形而上学上不同的人”。</a:t>
            </a:r>
          </a:p>
        </p:txBody>
      </p:sp>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jNkZjdmZjcwM2I5YzRhMjg5YmE5M2I1OWVkMzcyMjUifQ=="/>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377*349"/>
  <p:tag name="TABLE_ENDDRAG_RECT" val="158*123*377*349"/>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Classic Photo Album">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70000"/>
                <a:satMod val="350000"/>
              </a:schemeClr>
            </a:gs>
          </a:gsLst>
          <a:path path="circle">
            <a:fillToRect l="51000" t="-20000" r="200000" b="100000"/>
          </a:path>
        </a:gradFill>
        <a:blipFill>
          <a:blip xmlns:r="http://schemas.openxmlformats.org/officeDocument/2006/relationships" r:embed="rId1">
            <a:duotone>
              <a:schemeClr val="phClr">
                <a:shade val="25000"/>
                <a:satMod val="350000"/>
              </a:schemeClr>
              <a:schemeClr val="phClr">
                <a:tint val="83000"/>
                <a:satMod val="115000"/>
              </a:schemeClr>
            </a:duotone>
          </a:blip>
          <a:tile tx="0" ty="0" sx="120000" sy="120000" flip="xy" algn="t"/>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离子">
  <a:themeElements>
    <a:clrScheme name="离子">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离子">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离子">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hade val="98000"/>
                <a:satMod val="300000"/>
              </a:schemeClr>
            </a:gs>
            <a:gs pos="25000">
              <a:schemeClr val="phClr">
                <a:tint val="37000"/>
                <a:shade val="98000"/>
                <a:satMod val="300000"/>
              </a:schemeClr>
            </a:gs>
            <a:gs pos="100000">
              <a:schemeClr val="phClr">
                <a:tint val="5000"/>
                <a:satMod val="350000"/>
              </a:schemeClr>
            </a:gs>
          </a:gsLst>
          <a:lin ang="16200000" scaled="1"/>
        </a:gradFill>
        <a:gradFill rotWithShape="1">
          <a:gsLst>
            <a:gs pos="0">
              <a:schemeClr val="phClr">
                <a:shade val="75000"/>
                <a:satMod val="160000"/>
              </a:schemeClr>
            </a:gs>
            <a:gs pos="62000">
              <a:schemeClr val="phClr">
                <a:satMod val="125000"/>
              </a:schemeClr>
            </a:gs>
            <a:gs pos="100000">
              <a:schemeClr val="phClr">
                <a:tint val="80000"/>
                <a:satMod val="140000"/>
              </a:schemeClr>
            </a:gs>
          </a:gsLst>
          <a:lin ang="16200000" scaled="0"/>
        </a:gradFill>
      </a:fillStyleLst>
      <a:lnStyleLst>
        <a:ln w="6350" cap="rnd" cmpd="sng" algn="ctr">
          <a:solidFill>
            <a:schemeClr val="ph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63500" dist="25400" dir="5400000">
              <a:srgbClr val="000000">
                <a:alpha val="43137"/>
              </a:srgbClr>
            </a:outerShdw>
          </a:effectLst>
        </a:effectStyle>
        <a:effectStyle>
          <a:effectLst>
            <a:outerShdw blurRad="50800" dist="38100" dir="5400000">
              <a:srgbClr val="000000">
                <a:alpha val="45882"/>
              </a:srgbClr>
            </a:outerShdw>
          </a:effectLst>
          <a:scene3d>
            <a:camera prst="orthographicFront" fov="0">
              <a:rot lat="0" lon="0" rev="0"/>
            </a:camera>
            <a:lightRig rig="contrasting" dir="t">
              <a:rot lat="0" lon="0" rev="16500000"/>
            </a:lightRig>
          </a:scene3d>
          <a:sp3d contourW="12700" prstMaterial="powder">
            <a:bevelT h="50800"/>
            <a:contourClr>
              <a:schemeClr val="phClr"/>
            </a:contourClr>
          </a:sp3d>
        </a:effectStyle>
        <a:effectStyle>
          <a:effectLst>
            <a:reflection blurRad="12700" stA="25000" endPos="28000" dist="38100" dir="5400000" sy="-100000"/>
          </a:effectLst>
          <a:scene3d>
            <a:camera prst="orthographicFront" fov="0">
              <a:rot lat="0" lon="0" rev="0"/>
            </a:camera>
            <a:lightRig rig="threePt" dir="t">
              <a:rot lat="0" lon="0" rev="0"/>
            </a:lightRig>
          </a:scene3d>
          <a:sp3d>
            <a:bevelT w="139700" h="38100"/>
            <a:contourClr>
              <a:schemeClr val="phClr"/>
            </a:contourClr>
          </a:sp3d>
        </a:effectStyle>
      </a:effectStyleLst>
      <a:bgFillStyleLst>
        <a:solidFill>
          <a:schemeClr val="phClr"/>
        </a:solidFill>
        <a:gradFill rotWithShape="1">
          <a:gsLst>
            <a:gs pos="0">
              <a:schemeClr val="phClr">
                <a:shade val="75000"/>
                <a:satMod val="250000"/>
              </a:schemeClr>
            </a:gs>
            <a:gs pos="20000">
              <a:schemeClr val="phClr">
                <a:shade val="85000"/>
                <a:satMod val="175000"/>
              </a:schemeClr>
            </a:gs>
            <a:gs pos="100000">
              <a:schemeClr val="phClr">
                <a:tint val="70000"/>
                <a:satMod val="175000"/>
              </a:schemeClr>
            </a:gs>
          </a:gsLst>
          <a:lin ang="16200000" scaled="1"/>
        </a:gradFill>
        <a:gradFill rotWithShape="1">
          <a:gsLst>
            <a:gs pos="0">
              <a:schemeClr val="phClr">
                <a:shade val="50000"/>
                <a:satMod val="145000"/>
              </a:schemeClr>
            </a:gs>
            <a:gs pos="30000">
              <a:schemeClr val="phClr">
                <a:shade val="65000"/>
                <a:satMod val="155000"/>
              </a:schemeClr>
            </a:gs>
            <a:gs pos="100000">
              <a:schemeClr val="phClr">
                <a:tint val="60000"/>
                <a:satMod val="170000"/>
              </a:schemeClr>
            </a:gs>
          </a:gsLst>
          <a:lin ang="16200000" scaled="1"/>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hade val="98000"/>
                <a:satMod val="300000"/>
              </a:schemeClr>
            </a:gs>
            <a:gs pos="25000">
              <a:schemeClr val="phClr">
                <a:tint val="37000"/>
                <a:shade val="98000"/>
                <a:satMod val="300000"/>
              </a:schemeClr>
            </a:gs>
            <a:gs pos="100000">
              <a:schemeClr val="phClr">
                <a:tint val="5000"/>
                <a:satMod val="350000"/>
              </a:schemeClr>
            </a:gs>
          </a:gsLst>
          <a:lin ang="16200000" scaled="1"/>
        </a:gradFill>
        <a:gradFill rotWithShape="1">
          <a:gsLst>
            <a:gs pos="0">
              <a:schemeClr val="phClr">
                <a:shade val="75000"/>
                <a:satMod val="160000"/>
              </a:schemeClr>
            </a:gs>
            <a:gs pos="62000">
              <a:schemeClr val="phClr">
                <a:satMod val="125000"/>
              </a:schemeClr>
            </a:gs>
            <a:gs pos="100000">
              <a:schemeClr val="phClr">
                <a:tint val="80000"/>
                <a:satMod val="140000"/>
              </a:schemeClr>
            </a:gs>
          </a:gsLst>
          <a:lin ang="16200000" scaled="0"/>
        </a:gradFill>
      </a:fillStyleLst>
      <a:lnStyleLst>
        <a:ln w="6350" cap="rnd" cmpd="sng" algn="ctr">
          <a:solidFill>
            <a:schemeClr val="ph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63500" dist="25400" dir="5400000">
              <a:srgbClr val="000000">
                <a:alpha val="43137"/>
              </a:srgbClr>
            </a:outerShdw>
          </a:effectLst>
        </a:effectStyle>
        <a:effectStyle>
          <a:effectLst>
            <a:outerShdw blurRad="50800" dist="38100" dir="5400000">
              <a:srgbClr val="000000">
                <a:alpha val="45882"/>
              </a:srgbClr>
            </a:outerShdw>
          </a:effectLst>
          <a:scene3d>
            <a:camera prst="orthographicFront" fov="0">
              <a:rot lat="0" lon="0" rev="0"/>
            </a:camera>
            <a:lightRig rig="contrasting" dir="t">
              <a:rot lat="0" lon="0" rev="16500000"/>
            </a:lightRig>
          </a:scene3d>
          <a:sp3d contourW="12700" prstMaterial="powder">
            <a:bevelT h="50800"/>
            <a:contourClr>
              <a:schemeClr val="phClr"/>
            </a:contourClr>
          </a:sp3d>
        </a:effectStyle>
        <a:effectStyle>
          <a:effectLst>
            <a:reflection blurRad="12700" stA="25000" endPos="28000" dist="38100" dir="5400000" sy="-100000"/>
          </a:effectLst>
          <a:scene3d>
            <a:camera prst="orthographicFront" fov="0">
              <a:rot lat="0" lon="0" rev="0"/>
            </a:camera>
            <a:lightRig rig="threePt" dir="t">
              <a:rot lat="0" lon="0" rev="0"/>
            </a:lightRig>
          </a:scene3d>
          <a:sp3d>
            <a:bevelT w="139700" h="38100"/>
            <a:contourClr>
              <a:schemeClr val="phClr"/>
            </a:contourClr>
          </a:sp3d>
        </a:effectStyle>
      </a:effectStyleLst>
      <a:bgFillStyleLst>
        <a:solidFill>
          <a:schemeClr val="phClr"/>
        </a:solidFill>
        <a:gradFill rotWithShape="1">
          <a:gsLst>
            <a:gs pos="0">
              <a:schemeClr val="phClr">
                <a:shade val="75000"/>
                <a:satMod val="250000"/>
              </a:schemeClr>
            </a:gs>
            <a:gs pos="20000">
              <a:schemeClr val="phClr">
                <a:shade val="85000"/>
                <a:satMod val="175000"/>
              </a:schemeClr>
            </a:gs>
            <a:gs pos="100000">
              <a:schemeClr val="phClr">
                <a:tint val="70000"/>
                <a:satMod val="175000"/>
              </a:schemeClr>
            </a:gs>
          </a:gsLst>
          <a:lin ang="16200000" scaled="1"/>
        </a:gradFill>
        <a:gradFill rotWithShape="1">
          <a:gsLst>
            <a:gs pos="0">
              <a:schemeClr val="phClr">
                <a:shade val="50000"/>
                <a:satMod val="145000"/>
              </a:schemeClr>
            </a:gs>
            <a:gs pos="30000">
              <a:schemeClr val="phClr">
                <a:shade val="65000"/>
                <a:satMod val="155000"/>
              </a:schemeClr>
            </a:gs>
            <a:gs pos="100000">
              <a:schemeClr val="phClr">
                <a:tint val="60000"/>
                <a:satMod val="170000"/>
              </a:schemeClr>
            </a:gs>
          </a:gsLst>
          <a:lin ang="16200000" scaled="1"/>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4933</Words>
  <Application>Microsoft Office PowerPoint</Application>
  <PresentationFormat>全屏显示(4:3)</PresentationFormat>
  <Paragraphs>228</Paragraphs>
  <Slides>15</Slides>
  <Notes>2</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15</vt:i4>
      </vt:variant>
    </vt:vector>
  </HeadingPairs>
  <TitlesOfParts>
    <vt:vector size="27" baseType="lpstr">
      <vt:lpstr>等线</vt:lpstr>
      <vt:lpstr>仿宋</vt:lpstr>
      <vt:lpstr>华文仿宋</vt:lpstr>
      <vt:lpstr>华文楷体</vt:lpstr>
      <vt:lpstr>华文中宋</vt:lpstr>
      <vt:lpstr>宋体</vt:lpstr>
      <vt:lpstr>Calibri</vt:lpstr>
      <vt:lpstr>Century Gothic</vt:lpstr>
      <vt:lpstr>Century Schoolbook</vt:lpstr>
      <vt:lpstr>Wingdings 3</vt:lpstr>
      <vt:lpstr>Classic Photo Album</vt:lpstr>
      <vt:lpstr>离子</vt:lpstr>
      <vt:lpstr>PowerPoint 演示文稿</vt:lpstr>
      <vt:lpstr>PowerPoint 演示文稿</vt:lpstr>
      <vt:lpstr>一、话语形态与身份认同</vt:lpstr>
      <vt:lpstr>PowerPoint 演示文稿</vt:lpstr>
      <vt:lpstr>PowerPoint 演示文稿</vt:lpstr>
      <vt:lpstr>PowerPoint 演示文稿</vt:lpstr>
      <vt:lpstr>四种权力</vt:lpstr>
      <vt:lpstr>1.科学</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33</cp:revision>
  <dcterms:created xsi:type="dcterms:W3CDTF">2022-03-09T14:45:00Z</dcterms:created>
  <dcterms:modified xsi:type="dcterms:W3CDTF">2026-06-14T02:22:15Z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183C18E744F84A44BEF6F114AFCFAAA1_13</vt:lpwstr>
  </property>
  <property fmtid="{D5CDD505-2E9C-101B-9397-08002B2CF9AE}" pid="3" name="KSOProductBuildVer">
    <vt:lpwstr>2052-12.1.0.25225</vt:lpwstr>
  </property>
</Properties>
</file>